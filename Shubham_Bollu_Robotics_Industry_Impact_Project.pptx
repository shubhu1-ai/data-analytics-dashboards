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3" r:id="rId4"/>
  </p:sldMasterIdLst>
  <p:notesMasterIdLst>
    <p:notesMasterId r:id="rId18"/>
  </p:notesMasterIdLst>
  <p:handoutMasterIdLst>
    <p:handoutMasterId r:id="rId19"/>
  </p:handoutMasterIdLst>
  <p:sldIdLst>
    <p:sldId id="2561" r:id="rId5"/>
    <p:sldId id="2563" r:id="rId6"/>
    <p:sldId id="2564" r:id="rId7"/>
    <p:sldId id="2566" r:id="rId8"/>
    <p:sldId id="2568" r:id="rId9"/>
    <p:sldId id="2569" r:id="rId10"/>
    <p:sldId id="2570" r:id="rId11"/>
    <p:sldId id="2576" r:id="rId12"/>
    <p:sldId id="2571" r:id="rId13"/>
    <p:sldId id="2577" r:id="rId14"/>
    <p:sldId id="2572" r:id="rId15"/>
    <p:sldId id="2574" r:id="rId16"/>
    <p:sldId id="257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obotics Adoption &amp; Industry Impact (2015–2023)" id="{00701EFB-E744-47C6-B2C7-25EE31263711}">
          <p14:sldIdLst>
            <p14:sldId id="2561"/>
            <p14:sldId id="2563"/>
            <p14:sldId id="2564"/>
            <p14:sldId id="2566"/>
            <p14:sldId id="2568"/>
            <p14:sldId id="2569"/>
            <p14:sldId id="2570"/>
            <p14:sldId id="2576"/>
            <p14:sldId id="2571"/>
            <p14:sldId id="2577"/>
            <p14:sldId id="2572"/>
            <p14:sldId id="2574"/>
            <p14:sldId id="257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F2E6"/>
    <a:srgbClr val="F5F1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9B5EA8-5DB4-6E19-1528-52A408B3E42E}" v="22" dt="2025-11-21T10:42:58.6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11/21/2025</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11/21/2025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1316543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Robotics adoption is transforming industries across the globe. This analysis explores key metrics such as Robots Adopted, Productivity Gain, Cost Savings, and Jobs Displaced. Our goal is to understand the benefits, challenges, and strategic opportunities of automation. As industries evolve, robotics plays a pivotal role in enhancing operational efficiency, reducing costs, and reshaping workforce dynamics. This presentation provides a comprehensive overview of how robotics has impacted manufacturing, healthcare, and logistics sectors from 2015 to 2023.</a:t>
            </a:r>
          </a:p>
        </p:txBody>
      </p:sp>
      <p:sp>
        <p:nvSpPr>
          <p:cNvPr id="4" name="Slide Number Placeholder 3"/>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17517234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Over 8,000 robots have been adopted across various industries, leading to an average productivity gain of 15%. While these improvements indicate significant efficiency enhancements, they also bring challenges such as job displacement. Strategic planning is essential to balance innovation with workforce well-being. Understanding these dynamics helps stakeholders make informed decisions about future investments, training programs, and automation strategies. This analysis is crucial for identifying trends, evaluating ROI, and ensuring sustainable growth in the face of technological advancement.</a:t>
            </a:r>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1892925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Key performance indicators reveal the scale and impact of robotics adoption. A total of 8,219 robots were deployed across industries, with an average productivity gain of 15.02%. Cost savings show a significant upward trend, while over 1,500 jobs were displaced. Training hours varied across years, indicating different levels of workforce adaptation. These KPIs provide a snapshot of how automation is reshaping industry performance and highlight areas that require strategic focus, such as workforce development and cost management.</a:t>
            </a: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36240631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Training efforts peaked in 2016 and 2020, aligning with major phases of robotics adoption. Healthcare invested heavily in training during 2020, with 480 hours recorded. This indicates a proactive approach to workforce adaptation, ensuring employees are equipped to work alongside new technologies. Industries that prioritize training tend to experience smoother transitions and better integration of automation. This metric underscores the importance of continuous learning and development in the age of robotics.</a:t>
            </a:r>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14927719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Cost savings showed major spikes in 2019 and 2022, reflecting successful implementation of robotics. However, some years experienced negative savings due to high upfront costs. This pattern highlights the long-term benefits of automation, despite initial financial challenges. Industries must evaluate ROI over extended periods and consider phased adoption to mitigate short-term losses. Strategic planning and budgeting are essential to maximize cost efficiency and ensure sustainable growth.</a:t>
            </a:r>
          </a:p>
        </p:txBody>
      </p:sp>
      <p:sp>
        <p:nvSpPr>
          <p:cNvPr id="4" name="Slide Number Placeholder 3"/>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33210990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Manufacturing achieved high cost savings early in the timeline, while healthcare showed significant improvement in 2023. Productivity and cost efficiency vary by industry and year, indicating different adoption strategies and operational contexts. The scatter chart reveals how industries evolve over time, with bubble sizes representing the scale of robot deployment. This visualization helps stakeholders understand the relationship between productivity gains and financial outcomes, guiding future automation decisions.</a:t>
            </a:r>
          </a:p>
        </p:txBody>
      </p:sp>
      <p:sp>
        <p:nvSpPr>
          <p:cNvPr id="4" name="Slide Number Placeholder 3"/>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31966976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Logistics experienced the highest job displacement with 528 roles affected, followed by healthcare (517) and manufacturing (514). This data underscores the workforce impact of automation and the need for balanced planning. While robotics enhances efficiency, it also necessitates reskilling and support programs for displaced workers. Industries must adopt human-centric strategies to ensure that technological progress does not come at the expense of employee well-being.</a:t>
            </a:r>
          </a:p>
        </p:txBody>
      </p:sp>
      <p:sp>
        <p:nvSpPr>
          <p:cNvPr id="4" name="Slide Number Placeholder 3"/>
          <p:cNvSpPr>
            <a:spLocks noGrp="1"/>
          </p:cNvSpPr>
          <p:nvPr>
            <p:ph type="sldNum" sz="quarter" idx="5"/>
          </p:nvPr>
        </p:nvSpPr>
        <p:spPr/>
        <p:txBody>
          <a:bodyPr/>
          <a:lstStyle/>
          <a:p>
            <a:fld id="{38EFF46E-6B43-41F9-9272-B566D03A251C}" type="slidenum">
              <a:rPr lang="en-US" smtClean="0"/>
              <a:t>9</a:t>
            </a:fld>
            <a:endParaRPr lang="en-US"/>
          </a:p>
        </p:txBody>
      </p:sp>
    </p:spTree>
    <p:extLst>
      <p:ext uri="{BB962C8B-B14F-4D97-AF65-F5344CB8AC3E}">
        <p14:creationId xmlns:p14="http://schemas.microsoft.com/office/powerpoint/2010/main" val="19082496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 2022, healthcare contributed significantly to cost savings (84.74) and productivity gain (24.53). The decomposition tree helps identify root causes and key contributors to performance metrics. This analysis reveals that healthcare is a primary driver of recent improvements, emphasizing its strategic importance in automation planning. By breaking down metrics by industry, year, and other dimensions, stakeholders can pinpoint areas of success and opportunities for improvement.</a:t>
            </a:r>
          </a:p>
        </p:txBody>
      </p:sp>
      <p:sp>
        <p:nvSpPr>
          <p:cNvPr id="4" name="Slide Number Placeholder 3"/>
          <p:cNvSpPr>
            <a:spLocks noGrp="1"/>
          </p:cNvSpPr>
          <p:nvPr>
            <p:ph type="sldNum" sz="quarter" idx="5"/>
          </p:nvPr>
        </p:nvSpPr>
        <p:spPr/>
        <p:txBody>
          <a:bodyPr/>
          <a:lstStyle/>
          <a:p>
            <a:fld id="{38EFF46E-6B43-41F9-9272-B566D03A251C}" type="slidenum">
              <a:rPr lang="en-US" smtClean="0"/>
              <a:t>11</a:t>
            </a:fld>
            <a:endParaRPr lang="en-US"/>
          </a:p>
        </p:txBody>
      </p:sp>
    </p:spTree>
    <p:extLst>
      <p:ext uri="{BB962C8B-B14F-4D97-AF65-F5344CB8AC3E}">
        <p14:creationId xmlns:p14="http://schemas.microsoft.com/office/powerpoint/2010/main" val="20493508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Pros of robotics adoption include significant productivity gains, positive cost savings trends, and effective training investments that mitigate workforce disruption. However, cons include job displacement across all industries, high initial adoption costs that reduce short-term savings, and uneven adoption rates. These insights highlight the dual nature of automation—while it drives efficiency, it also presents challenges that must be addressed through strategic planning and human-centric policies.</a:t>
            </a:r>
          </a:p>
        </p:txBody>
      </p:sp>
      <p:sp>
        <p:nvSpPr>
          <p:cNvPr id="4" name="Slide Number Placeholder 3"/>
          <p:cNvSpPr>
            <a:spLocks noGrp="1"/>
          </p:cNvSpPr>
          <p:nvPr>
            <p:ph type="sldNum" sz="quarter" idx="5"/>
          </p:nvPr>
        </p:nvSpPr>
        <p:spPr/>
        <p:txBody>
          <a:bodyPr/>
          <a:lstStyle/>
          <a:p>
            <a:fld id="{38EFF46E-6B43-41F9-9272-B566D03A251C}" type="slidenum">
              <a:rPr lang="en-US" smtClean="0"/>
              <a:t>12</a:t>
            </a:fld>
            <a:endParaRPr lang="en-US"/>
          </a:p>
        </p:txBody>
      </p:sp>
    </p:spTree>
    <p:extLst>
      <p:ext uri="{BB962C8B-B14F-4D97-AF65-F5344CB8AC3E}">
        <p14:creationId xmlns:p14="http://schemas.microsoft.com/office/powerpoint/2010/main" val="26286160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To ensure sustainable robotics adoption, industries should increase training programs to reduce job displacement, focus on manufacturing for higher adoption and cost efficiency, monitor ROI to validate long-term benefits, and adopt phased automation strategies. These recommendations aim to balance technological advancement with workforce stability, ensuring that automation enhances productivity without compromising employee well-being. Strategic investment in human capital and continuous evaluation are key to successful implementation.</a:t>
            </a:r>
          </a:p>
        </p:txBody>
      </p:sp>
      <p:sp>
        <p:nvSpPr>
          <p:cNvPr id="4" name="Slide Number Placeholder 3"/>
          <p:cNvSpPr>
            <a:spLocks noGrp="1"/>
          </p:cNvSpPr>
          <p:nvPr>
            <p:ph type="sldNum" sz="quarter" idx="5"/>
          </p:nvPr>
        </p:nvSpPr>
        <p:spPr/>
        <p:txBody>
          <a:bodyPr/>
          <a:lstStyle/>
          <a:p>
            <a:fld id="{38EFF46E-6B43-41F9-9272-B566D03A251C}" type="slidenum">
              <a:rPr lang="en-US" smtClean="0"/>
              <a:t>13</a:t>
            </a:fld>
            <a:endParaRPr lang="en-US"/>
          </a:p>
        </p:txBody>
      </p:sp>
    </p:spTree>
    <p:extLst>
      <p:ext uri="{BB962C8B-B14F-4D97-AF65-F5344CB8AC3E}">
        <p14:creationId xmlns:p14="http://schemas.microsoft.com/office/powerpoint/2010/main" val="39707516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685800"/>
            <a:ext cx="10055354" cy="4007406"/>
          </a:xfrm>
        </p:spPr>
        <p:txBody>
          <a:bodyPr vert="horz" lIns="91440" tIns="45720" rIns="91440" bIns="45720" rtlCol="0" anchor="t">
            <a:noAutofit/>
          </a:bodyPr>
          <a:lstStyle>
            <a:lvl1pPr>
              <a:defRPr lang="en-US" sz="9000" dirty="0">
                <a:solidFill>
                  <a:schemeClr val="bg2"/>
                </a:solidFill>
              </a:defRPr>
            </a:lvl1pPr>
          </a:lstStyle>
          <a:p>
            <a:pPr lvl="0"/>
            <a:r>
              <a:rPr lang="en-US"/>
              <a:t>Click to edit Master title style</a:t>
            </a:r>
          </a:p>
        </p:txBody>
      </p:sp>
      <p:sp>
        <p:nvSpPr>
          <p:cNvPr id="14" name="Subtitle 2">
            <a:extLst>
              <a:ext uri="{FF2B5EF4-FFF2-40B4-BE49-F238E27FC236}">
                <a16:creationId xmlns:a16="http://schemas.microsoft.com/office/drawing/2014/main" id="{29A3647E-D38D-4EA6-ADC1-75AA53F8988F}"/>
              </a:ext>
            </a:extLst>
          </p:cNvPr>
          <p:cNvSpPr>
            <a:spLocks noGrp="1"/>
          </p:cNvSpPr>
          <p:nvPr>
            <p:ph type="subTitle" idx="1"/>
          </p:nvPr>
        </p:nvSpPr>
        <p:spPr>
          <a:xfrm>
            <a:off x="609598" y="5427002"/>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1"/>
                </a:solidFill>
              </a:defRPr>
            </a:lvl1pPr>
          </a:lstStyle>
          <a:p>
            <a:fld id="{77EA5D59-5512-467D-834D-D04827A6AF83}" type="datetime1">
              <a:rPr lang="en-US" smtClean="0"/>
              <a:pPr/>
              <a:t>11/21/2025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7" name="Freeform: Shape 6">
            <a:extLst>
              <a:ext uri="{FF2B5EF4-FFF2-40B4-BE49-F238E27FC236}">
                <a16:creationId xmlns:a16="http://schemas.microsoft.com/office/drawing/2014/main" id="{50459DEE-913E-5261-4E77-AF3657E3AE0B}"/>
              </a:ext>
            </a:extLst>
          </p:cNvPr>
          <p:cNvSpPr/>
          <p:nvPr/>
        </p:nvSpPr>
        <p:spPr>
          <a:xfrm>
            <a:off x="11250895" y="4648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52F9BC4F-9D44-3587-056B-336E1457A6E2}"/>
              </a:ext>
            </a:extLst>
          </p:cNvPr>
          <p:cNvSpPr/>
          <p:nvPr/>
        </p:nvSpPr>
        <p:spPr>
          <a:xfrm>
            <a:off x="685800" y="4998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09D5EC-E7EA-22BC-7C88-C33F509CB5CF}"/>
              </a:ext>
            </a:extLst>
          </p:cNvPr>
          <p:cNvSpPr/>
          <p:nvPr/>
        </p:nvSpPr>
        <p:spPr>
          <a:xfrm>
            <a:off x="10998565" y="4730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98E9758-F942-96A0-231D-A25933E4CA82}"/>
              </a:ext>
            </a:extLst>
          </p:cNvPr>
          <p:cNvSpPr/>
          <p:nvPr/>
        </p:nvSpPr>
        <p:spPr>
          <a:xfrm>
            <a:off x="10976145" y="4730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36651502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63655" cy="762001"/>
          </a:xfrm>
        </p:spPr>
        <p:txBody>
          <a:bodyPr anchor="b">
            <a:noAutofit/>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828800"/>
            <a:ext cx="10963656" cy="4343400"/>
          </a:xfrm>
        </p:spPr>
        <p:txBody>
          <a:bodyPr>
            <a:noAutofit/>
          </a:bodyPr>
          <a:lstStyle>
            <a:lvl1pPr>
              <a:lnSpc>
                <a:spcPct val="1000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B42362D5-E350-46C5-8BB1-F9E806A91933}" type="datetime1">
              <a:rPr lang="en-US" smtClean="0"/>
              <a:t>11/21/2025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64317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tx2"/>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C6C0090-085A-1FB3-B3B7-D8DA73A125FE}"/>
              </a:ext>
            </a:extLst>
          </p:cNvPr>
          <p:cNvSpPr>
            <a:spLocks noGrp="1"/>
          </p:cNvSpPr>
          <p:nvPr>
            <p:ph type="ctrTitle"/>
          </p:nvPr>
        </p:nvSpPr>
        <p:spPr>
          <a:xfrm>
            <a:off x="614172" y="4419600"/>
            <a:ext cx="10963657" cy="1352245"/>
          </a:xfrm>
        </p:spPr>
        <p:txBody>
          <a:bodyPr vert="horz" lIns="91440" tIns="45720" rIns="91440" bIns="45720" rtlCol="0" anchor="b">
            <a:noAutofit/>
          </a:bodyPr>
          <a:lstStyle>
            <a:lvl1pPr>
              <a:defRPr lang="en-US" sz="7000" dirty="0">
                <a:solidFill>
                  <a:schemeClr val="bg2"/>
                </a:solidFill>
              </a:defRPr>
            </a:lvl1pPr>
          </a:lstStyle>
          <a:p>
            <a:pPr lvl="0"/>
            <a:r>
              <a:rPr lang="en-US"/>
              <a:t>Click to edit Master title style</a:t>
            </a:r>
          </a:p>
        </p:txBody>
      </p:sp>
      <p:sp>
        <p:nvSpPr>
          <p:cNvPr id="10" name="Subtitle 2">
            <a:extLst>
              <a:ext uri="{FF2B5EF4-FFF2-40B4-BE49-F238E27FC236}">
                <a16:creationId xmlns:a16="http://schemas.microsoft.com/office/drawing/2014/main" id="{76834447-947D-F9FA-98D1-8BF0FC477ABA}"/>
              </a:ext>
            </a:extLst>
          </p:cNvPr>
          <p:cNvSpPr>
            <a:spLocks noGrp="1"/>
          </p:cNvSpPr>
          <p:nvPr>
            <p:ph type="subTitle" idx="1"/>
          </p:nvPr>
        </p:nvSpPr>
        <p:spPr>
          <a:xfrm>
            <a:off x="614172" y="5943600"/>
            <a:ext cx="10963657" cy="609600"/>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15" name="Picture Placeholder 14">
            <a:extLst>
              <a:ext uri="{FF2B5EF4-FFF2-40B4-BE49-F238E27FC236}">
                <a16:creationId xmlns:a16="http://schemas.microsoft.com/office/drawing/2014/main" id="{2573ACD2-30C7-6922-D14F-66F23CBA3774}"/>
              </a:ext>
            </a:extLst>
          </p:cNvPr>
          <p:cNvSpPr>
            <a:spLocks noGrp="1"/>
          </p:cNvSpPr>
          <p:nvPr>
            <p:ph type="pic" sz="quarter" idx="17"/>
          </p:nvPr>
        </p:nvSpPr>
        <p:spPr>
          <a:xfrm>
            <a:off x="0" y="0"/>
            <a:ext cx="12192000" cy="4114800"/>
          </a:xfrm>
          <a:blipFill>
            <a:blip r:embed="rId2">
              <a:alphaModFix amt="60000"/>
            </a:blip>
            <a:stretch>
              <a:fillRect/>
            </a:stretch>
          </a:blipFill>
        </p:spPr>
        <p:txBody>
          <a:bodyPr/>
          <a:lstStyle/>
          <a:p>
            <a:endParaRPr lang="en-US"/>
          </a:p>
        </p:txBody>
      </p:sp>
    </p:spTree>
    <p:extLst>
      <p:ext uri="{BB962C8B-B14F-4D97-AF65-F5344CB8AC3E}">
        <p14:creationId xmlns:p14="http://schemas.microsoft.com/office/powerpoint/2010/main" val="2309385213"/>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813B312-A2CE-16E4-D28B-8DDFF5527304}"/>
              </a:ext>
            </a:extLst>
          </p:cNvPr>
          <p:cNvSpPr>
            <a:spLocks noGrp="1"/>
          </p:cNvSpPr>
          <p:nvPr>
            <p:ph type="ctrTitle"/>
          </p:nvPr>
        </p:nvSpPr>
        <p:spPr>
          <a:xfrm>
            <a:off x="4476746"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p>
        </p:txBody>
      </p:sp>
      <p:sp>
        <p:nvSpPr>
          <p:cNvPr id="16" name="Subtitle 2">
            <a:extLst>
              <a:ext uri="{FF2B5EF4-FFF2-40B4-BE49-F238E27FC236}">
                <a16:creationId xmlns:a16="http://schemas.microsoft.com/office/drawing/2014/main" id="{4846D76D-B1D3-9330-420A-6ED740BDB970}"/>
              </a:ext>
            </a:extLst>
          </p:cNvPr>
          <p:cNvSpPr>
            <a:spLocks noGrp="1"/>
          </p:cNvSpPr>
          <p:nvPr>
            <p:ph type="subTitle" idx="1"/>
          </p:nvPr>
        </p:nvSpPr>
        <p:spPr>
          <a:xfrm>
            <a:off x="44767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14" name="Picture Placeholder 25">
            <a:extLst>
              <a:ext uri="{FF2B5EF4-FFF2-40B4-BE49-F238E27FC236}">
                <a16:creationId xmlns:a16="http://schemas.microsoft.com/office/drawing/2014/main" id="{982E949F-6B9B-8268-EB83-127C78D43502}"/>
              </a:ext>
            </a:extLst>
          </p:cNvPr>
          <p:cNvSpPr>
            <a:spLocks noGrp="1"/>
          </p:cNvSpPr>
          <p:nvPr>
            <p:ph type="pic" sz="quarter" idx="17"/>
          </p:nvPr>
        </p:nvSpPr>
        <p:spPr>
          <a:xfrm>
            <a:off x="0" y="0"/>
            <a:ext cx="3889251" cy="6858000"/>
          </a:xfrm>
          <a:blipFill>
            <a:blip r:embed="rId2">
              <a:alphaModFix amt="60000"/>
            </a:blip>
            <a:stretch>
              <a:fillRect/>
            </a:stretch>
          </a:blipFill>
        </p:spPr>
        <p:txBody>
          <a:bodyPr/>
          <a:lstStyle/>
          <a:p>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476746" y="6343955"/>
            <a:ext cx="2100482" cy="365125"/>
          </a:xfrm>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35138" y="6343955"/>
            <a:ext cx="1458908" cy="365125"/>
          </a:xfrm>
        </p:spPr>
        <p:txBody>
          <a:bodyPr>
            <a:noAutofit/>
          </a:bodyPr>
          <a:lstStyle>
            <a:lvl1pPr>
              <a:defRPr>
                <a:solidFill>
                  <a:schemeClr val="bg1"/>
                </a:solidFill>
                <a:effectLst/>
              </a:defRPr>
            </a:lvl1pPr>
          </a:lstStyle>
          <a:p>
            <a:fld id="{BFE899EF-3666-4EAB-A626-E7AA02E66CC1}" type="datetime1">
              <a:rPr lang="en-US" smtClean="0"/>
              <a:pPr/>
              <a:t>11/21/2025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8" name="Straight Connector 17">
            <a:extLst>
              <a:ext uri="{FF2B5EF4-FFF2-40B4-BE49-F238E27FC236}">
                <a16:creationId xmlns:a16="http://schemas.microsoft.com/office/drawing/2014/main" id="{DD53745E-5DC2-F332-24A5-4F8F509E820B}"/>
              </a:ext>
            </a:extLst>
          </p:cNvPr>
          <p:cNvCxnSpPr/>
          <p:nvPr userDrawn="1"/>
        </p:nvCxnSpPr>
        <p:spPr>
          <a:xfrm>
            <a:off x="4479797"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37020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04076" y="685801"/>
            <a:ext cx="4872227" cy="27432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702552" y="5277548"/>
            <a:ext cx="4873752" cy="894639"/>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18" name="Picture Placeholder 17">
            <a:extLst>
              <a:ext uri="{FF2B5EF4-FFF2-40B4-BE49-F238E27FC236}">
                <a16:creationId xmlns:a16="http://schemas.microsoft.com/office/drawing/2014/main" id="{74A0A082-71CB-3C57-3B74-102869C0CAC7}"/>
              </a:ext>
            </a:extLst>
          </p:cNvPr>
          <p:cNvSpPr>
            <a:spLocks noGrp="1"/>
          </p:cNvSpPr>
          <p:nvPr>
            <p:ph type="pic" sz="quarter" idx="13"/>
          </p:nvPr>
        </p:nvSpPr>
        <p:spPr>
          <a:xfrm>
            <a:off x="0" y="0"/>
            <a:ext cx="6096000" cy="6858000"/>
          </a:xfrm>
          <a:blipFill>
            <a:blip r:embed="rId2">
              <a:alphaModFix amt="60000"/>
            </a:blip>
            <a:stretch>
              <a:fillRect/>
            </a:stretch>
          </a:blipFill>
        </p:spPr>
        <p:txBody>
          <a:bodyPr/>
          <a:lstStyle/>
          <a:p>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702552" y="6343955"/>
            <a:ext cx="2100482" cy="365125"/>
          </a:xfrm>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noAutofit/>
          </a:bodyPr>
          <a:lstStyle>
            <a:lvl1pPr>
              <a:defRPr>
                <a:solidFill>
                  <a:schemeClr val="bg1"/>
                </a:solidFill>
                <a:effectLst/>
              </a:defRPr>
            </a:lvl1pPr>
          </a:lstStyle>
          <a:p>
            <a:fld id="{1F92EF8E-B9EB-49F8-83E1-F362FA442011}" type="datetime1">
              <a:rPr lang="en-US" smtClean="0"/>
              <a:pPr/>
              <a:t>11/21/2025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0" name="Straight Connector 9">
            <a:extLst>
              <a:ext uri="{FF2B5EF4-FFF2-40B4-BE49-F238E27FC236}">
                <a16:creationId xmlns:a16="http://schemas.microsoft.com/office/drawing/2014/main" id="{0D373E34-3B51-EAD4-B8AB-256ACA4B8D8C}"/>
              </a:ext>
            </a:extLst>
          </p:cNvPr>
          <p:cNvCxnSpPr>
            <a:cxnSpLocks/>
          </p:cNvCxnSpPr>
          <p:nvPr userDrawn="1"/>
        </p:nvCxnSpPr>
        <p:spPr>
          <a:xfrm>
            <a:off x="6704076" y="4876800"/>
            <a:ext cx="487375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48603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tx2"/>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52BC951B-4746-1854-C399-682CFE142A50}"/>
              </a:ext>
            </a:extLst>
          </p:cNvPr>
          <p:cNvCxnSpPr/>
          <p:nvPr userDrawn="1"/>
        </p:nvCxnSpPr>
        <p:spPr>
          <a:xfrm>
            <a:off x="612646"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12646" y="6338703"/>
            <a:ext cx="2070484" cy="365125"/>
          </a:xfrm>
        </p:spPr>
        <p:txBody>
          <a:bodyPr>
            <a:noAutofit/>
          </a:bodyPr>
          <a:lstStyle>
            <a:lvl1pPr>
              <a:defRPr>
                <a:solidFill>
                  <a:schemeClr val="bg1"/>
                </a:solidFill>
              </a:defRPr>
            </a:lvl1pPr>
          </a:lstStyle>
          <a:p>
            <a:r>
              <a:rPr lang="en-US"/>
              <a:t>Sample Footer Text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5887367" y="6338703"/>
            <a:ext cx="1392578" cy="365125"/>
          </a:xfrm>
        </p:spPr>
        <p:txBody>
          <a:bodyPr>
            <a:noAutofit/>
          </a:bodyPr>
          <a:lstStyle>
            <a:lvl1pPr>
              <a:defRPr>
                <a:solidFill>
                  <a:schemeClr val="bg1"/>
                </a:solidFill>
              </a:defRPr>
            </a:lvl1pPr>
          </a:lstStyle>
          <a:p>
            <a:fld id="{BC9EEDB3-BC19-4021-830F-B822E1DE9789}" type="datetime1">
              <a:rPr lang="en-US" smtClean="0"/>
              <a:pPr/>
              <a:t>11/21/2025</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7279945" y="6342301"/>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26" name="Picture Placeholder 25">
            <a:extLst>
              <a:ext uri="{FF2B5EF4-FFF2-40B4-BE49-F238E27FC236}">
                <a16:creationId xmlns:a16="http://schemas.microsoft.com/office/drawing/2014/main" id="{E193964F-665E-F49A-D553-C01524CDE0CA}"/>
              </a:ext>
            </a:extLst>
          </p:cNvPr>
          <p:cNvSpPr>
            <a:spLocks noGrp="1"/>
          </p:cNvSpPr>
          <p:nvPr>
            <p:ph type="pic" sz="quarter" idx="17"/>
          </p:nvPr>
        </p:nvSpPr>
        <p:spPr>
          <a:xfrm>
            <a:off x="8302749" y="0"/>
            <a:ext cx="3889251" cy="6858000"/>
          </a:xfrm>
          <a:blipFill>
            <a:blip r:embed="rId2">
              <a:alphaModFix amt="60000"/>
            </a:blip>
            <a:stretch>
              <a:fillRect/>
            </a:stretch>
          </a:blipFill>
        </p:spPr>
        <p:txBody>
          <a:bodyPr/>
          <a:lstStyle/>
          <a:p>
            <a:endParaRPr lang="en-US"/>
          </a:p>
        </p:txBody>
      </p:sp>
    </p:spTree>
    <p:extLst>
      <p:ext uri="{BB962C8B-B14F-4D97-AF65-F5344CB8AC3E}">
        <p14:creationId xmlns:p14="http://schemas.microsoft.com/office/powerpoint/2010/main" val="29636130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D384F42E-A74C-773B-7B96-F942975CEC14}"/>
              </a:ext>
            </a:extLst>
          </p:cNvPr>
          <p:cNvSpPr/>
          <p:nvPr/>
        </p:nvSpPr>
        <p:spPr>
          <a:xfrm>
            <a:off x="11250895" y="5144929"/>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9441727F-19A3-14E1-5EAC-C550CEB6A0D1}"/>
              </a:ext>
            </a:extLst>
          </p:cNvPr>
          <p:cNvSpPr/>
          <p:nvPr/>
        </p:nvSpPr>
        <p:spPr>
          <a:xfrm>
            <a:off x="685800" y="5495424"/>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38F4BC9-7EC1-BB35-827A-12F5DE411031}"/>
              </a:ext>
            </a:extLst>
          </p:cNvPr>
          <p:cNvSpPr/>
          <p:nvPr/>
        </p:nvSpPr>
        <p:spPr>
          <a:xfrm>
            <a:off x="10998565" y="5227361"/>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C4B01422-D65E-4B59-B62B-467B2E896592}"/>
              </a:ext>
            </a:extLst>
          </p:cNvPr>
          <p:cNvSpPr/>
          <p:nvPr/>
        </p:nvSpPr>
        <p:spPr>
          <a:xfrm>
            <a:off x="10976145" y="5227366"/>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1600200"/>
            <a:ext cx="10483927" cy="3492875"/>
          </a:xfrm>
        </p:spPr>
        <p:txBody>
          <a:bodyPr vert="horz" lIns="91440" tIns="45720" rIns="91440" bIns="45720" rtlCol="0" anchor="b">
            <a:noAutofit/>
          </a:bodyPr>
          <a:lstStyle>
            <a:lvl1pPr>
              <a:defRPr lang="en-US" sz="9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931314"/>
            <a:ext cx="10483927" cy="816864"/>
          </a:xfrm>
        </p:spPr>
        <p:txBody>
          <a:bodyPr vert="horz" lIns="91440" tIns="45720" rIns="91440" bIns="45720" rtlCol="0">
            <a:noAutofit/>
          </a:bodyPr>
          <a:lstStyle>
            <a:lvl1pPr marL="0" indent="0">
              <a:buNone/>
              <a:defRPr lang="en-US" sz="18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34111"/>
            <a:ext cx="2805405"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234111"/>
            <a:ext cx="2875064" cy="365125"/>
          </a:xfrm>
        </p:spPr>
        <p:txBody>
          <a:bodyPr>
            <a:noAutofit/>
          </a:bodyPr>
          <a:lstStyle/>
          <a:p>
            <a:fld id="{014DD65C-314F-4399-90A8-B6DFCAF21BE4}" type="datetime1">
              <a:rPr lang="en-US" smtClean="0"/>
              <a:t>11/21/2025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234111"/>
            <a:ext cx="429207" cy="365125"/>
          </a:xfrm>
        </p:spPr>
        <p:txBody>
          <a:bodyPr>
            <a:noAutofit/>
          </a:bodyPr>
          <a:lstStyle/>
          <a:p>
            <a:fld id="{AEAA3239-9EA4-4A65-A281-97F994456D9F}" type="slidenum">
              <a:rPr lang="en-US" smtClean="0"/>
              <a:t>‹#›</a:t>
            </a:fld>
            <a:endParaRPr lang="en-US"/>
          </a:p>
        </p:txBody>
      </p:sp>
      <p:pic>
        <p:nvPicPr>
          <p:cNvPr id="13" name="Line">
            <a:extLst>
              <a:ext uri="{FF2B5EF4-FFF2-40B4-BE49-F238E27FC236}">
                <a16:creationId xmlns:a16="http://schemas.microsoft.com/office/drawing/2014/main" id="{92FB147E-E273-E8B6-AD8E-67F305FC224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971802" y="4038600"/>
            <a:ext cx="10923934" cy="745198"/>
          </a:xfrm>
          <a:prstGeom prst="rect">
            <a:avLst/>
          </a:prstGeom>
        </p:spPr>
      </p:pic>
    </p:spTree>
    <p:extLst>
      <p:ext uri="{BB962C8B-B14F-4D97-AF65-F5344CB8AC3E}">
        <p14:creationId xmlns:p14="http://schemas.microsoft.com/office/powerpoint/2010/main" val="6989312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8BBA50F-B667-1177-26B1-7D22AB66A6BE}"/>
              </a:ext>
            </a:extLst>
          </p:cNvPr>
          <p:cNvSpPr/>
          <p:nvPr/>
        </p:nvSpPr>
        <p:spPr>
          <a:xfrm>
            <a:off x="11250895" y="464515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CABC7F5-2293-EB7F-52E5-80715C8DB858}"/>
              </a:ext>
            </a:extLst>
          </p:cNvPr>
          <p:cNvSpPr/>
          <p:nvPr/>
        </p:nvSpPr>
        <p:spPr>
          <a:xfrm>
            <a:off x="685800" y="499564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6A8C943-7CF3-88D6-95B0-95E7B412DE0F}"/>
              </a:ext>
            </a:extLst>
          </p:cNvPr>
          <p:cNvSpPr/>
          <p:nvPr/>
        </p:nvSpPr>
        <p:spPr>
          <a:xfrm>
            <a:off x="10998565" y="472758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FB0A8E7-2867-2D3A-F6B7-15ED02236CE8}"/>
              </a:ext>
            </a:extLst>
          </p:cNvPr>
          <p:cNvSpPr/>
          <p:nvPr/>
        </p:nvSpPr>
        <p:spPr>
          <a:xfrm>
            <a:off x="10976145" y="472758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598" y="5431536"/>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2"/>
                </a:solidFill>
              </a:defRPr>
            </a:lvl1pPr>
          </a:lstStyle>
          <a:p>
            <a:fld id="{D07A3B59-4DAC-4AFE-874D-3A86EC3801A0}" type="datetime1">
              <a:rPr lang="en-US" smtClean="0"/>
              <a:pPr/>
              <a:t>11/21/2025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2"/>
                </a:solidFill>
              </a:defRPr>
            </a:lvl1pPr>
          </a:lstStyle>
          <a:p>
            <a:fld id="{AEAA3239-9EA4-4A65-A281-97F994456D9F}" type="slidenum">
              <a:rPr lang="en-US" smtClean="0"/>
              <a:pPr/>
              <a:t>‹#›</a:t>
            </a:fld>
            <a:endParaRPr lang="en-US"/>
          </a:p>
        </p:txBody>
      </p:sp>
      <p:sp>
        <p:nvSpPr>
          <p:cNvPr id="7" name="Title 6">
            <a:extLst>
              <a:ext uri="{FF2B5EF4-FFF2-40B4-BE49-F238E27FC236}">
                <a16:creationId xmlns:a16="http://schemas.microsoft.com/office/drawing/2014/main" id="{B53A7BE5-EAB2-BB8C-D7FC-D78B8A5AFACF}"/>
              </a:ext>
            </a:extLst>
          </p:cNvPr>
          <p:cNvSpPr>
            <a:spLocks noGrp="1"/>
          </p:cNvSpPr>
          <p:nvPr>
            <p:ph type="title"/>
          </p:nvPr>
        </p:nvSpPr>
        <p:spPr>
          <a:xfrm>
            <a:off x="612648" y="685798"/>
            <a:ext cx="10058400" cy="3355848"/>
          </a:xfrm>
        </p:spPr>
        <p:txBody>
          <a:bodyPr vert="horz" lIns="91440" tIns="45720" rIns="91440" bIns="45720" rtlCol="0" anchor="t">
            <a:noAutofit/>
          </a:bodyPr>
          <a:lstStyle>
            <a:lvl1pPr>
              <a:defRPr lang="en-US" sz="9000">
                <a:solidFill>
                  <a:schemeClr val="bg2"/>
                </a:solidFill>
              </a:defRPr>
            </a:lvl1pPr>
          </a:lstStyle>
          <a:p>
            <a:pPr lvl="0"/>
            <a:r>
              <a:rPr lang="en-US"/>
              <a:t>Click to edit Master title style</a:t>
            </a:r>
          </a:p>
        </p:txBody>
      </p:sp>
    </p:spTree>
    <p:extLst>
      <p:ext uri="{BB962C8B-B14F-4D97-AF65-F5344CB8AC3E}">
        <p14:creationId xmlns:p14="http://schemas.microsoft.com/office/powerpoint/2010/main" val="248939343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6AC1F45-7001-8B9F-DFF6-7AB9BDFFEEB2}"/>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54C7D192-E835-0A48-0A40-F45D83E2583F}"/>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FB376E1-8198-EB00-587E-C647BCF364D4}"/>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F94599F-6DE1-A082-E9E1-D732956078A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p>
            <a:fld id="{76FC08D9-20DE-421C-BE4E-310427BB699B}" type="datetime1">
              <a:rPr lang="en-US" smtClean="0"/>
              <a:t>11/21/2025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046496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4"/>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61C10CD-8205-284F-2921-9485E7A98F0D}"/>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bg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775DFD7E-DC78-4573-96D7-845D38E0273E}"/>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AFCC10B5-4890-B43F-DE24-5200F4E75EEB}"/>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D5586E6-D520-6A63-5060-BF06C136BEF5}"/>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bg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solidFill>
                  <a:schemeClr val="bg2"/>
                </a:solidFill>
              </a:defRPr>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lvl1pPr>
              <a:defRPr>
                <a:solidFill>
                  <a:schemeClr val="bg1"/>
                </a:solidFill>
              </a:defRPr>
            </a:lvl1pPr>
          </a:lstStyle>
          <a:p>
            <a:fld id="{76FC08D9-20DE-421C-BE4E-310427BB699B}" type="datetime1">
              <a:rPr lang="en-US" smtClean="0"/>
              <a:pPr/>
              <a:t>11/21/2025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4148995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DFADE904-3C65-5E48-6B12-22998C2ADF5E}"/>
              </a:ext>
            </a:extLst>
          </p:cNvPr>
          <p:cNvSpPr/>
          <p:nvPr/>
        </p:nvSpPr>
        <p:spPr>
          <a:xfrm>
            <a:off x="11250895" y="217232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16963C8-87F3-6B42-F30F-1915935FA752}"/>
              </a:ext>
            </a:extLst>
          </p:cNvPr>
          <p:cNvSpPr/>
          <p:nvPr/>
        </p:nvSpPr>
        <p:spPr>
          <a:xfrm>
            <a:off x="685800" y="252281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F0C119A-1D9E-D43F-8A7E-D24C1B551326}"/>
              </a:ext>
            </a:extLst>
          </p:cNvPr>
          <p:cNvSpPr/>
          <p:nvPr/>
        </p:nvSpPr>
        <p:spPr>
          <a:xfrm>
            <a:off x="10998565" y="225475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2018CE4-7594-0746-8B7E-8DEC95CB8822}"/>
              </a:ext>
            </a:extLst>
          </p:cNvPr>
          <p:cNvSpPr/>
          <p:nvPr/>
        </p:nvSpPr>
        <p:spPr>
          <a:xfrm>
            <a:off x="10976145" y="225475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12185" y="685800"/>
            <a:ext cx="9141415" cy="1532788"/>
          </a:xfrm>
        </p:spPr>
        <p:txBody>
          <a:bodyPr anchor="t">
            <a:noAutofit/>
          </a:bodyPr>
          <a:lstStyle>
            <a:lvl1pPr>
              <a:defRPr sz="90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185" y="2958705"/>
            <a:ext cx="9141415" cy="3213494"/>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marL="914400" indent="0">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noAutofit/>
          </a:bodyPr>
          <a:lstStyle/>
          <a:p>
            <a:fld id="{4F1AC263-88EE-42CC-B640-B12BA856CF71}" type="datetime1">
              <a:rPr lang="en-US" smtClean="0"/>
              <a:t>11/21/2025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684324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5999" y="685800"/>
            <a:ext cx="5480304" cy="1818050"/>
          </a:xfrm>
        </p:spPr>
        <p:txBody>
          <a:bodyPr anchor="t">
            <a:noAutofit/>
          </a:bodyPr>
          <a:lstStyle>
            <a:lvl1pPr>
              <a:defRPr sz="9000"/>
            </a:lvl1pPr>
          </a:lstStyle>
          <a:p>
            <a:r>
              <a:rPr lang="en-US"/>
              <a:t>Agenda</a:t>
            </a:r>
          </a:p>
        </p:txBody>
      </p:sp>
      <p:sp>
        <p:nvSpPr>
          <p:cNvPr id="11" name="Picture Placeholder 10">
            <a:extLst>
              <a:ext uri="{FF2B5EF4-FFF2-40B4-BE49-F238E27FC236}">
                <a16:creationId xmlns:a16="http://schemas.microsoft.com/office/drawing/2014/main" id="{FAF861DB-D5EF-3FC9-7595-570C8498D757}"/>
              </a:ext>
            </a:extLst>
          </p:cNvPr>
          <p:cNvSpPr>
            <a:spLocks noGrp="1"/>
          </p:cNvSpPr>
          <p:nvPr>
            <p:ph type="pic" sz="quarter" idx="14"/>
          </p:nvPr>
        </p:nvSpPr>
        <p:spPr>
          <a:xfrm>
            <a:off x="0" y="0"/>
            <a:ext cx="5477256" cy="6858000"/>
          </a:xfrm>
          <a:blipFill>
            <a:blip r:embed="rId2">
              <a:alphaModFix amt="60000"/>
            </a:blip>
            <a:stretch>
              <a:fillRect/>
            </a:stretch>
          </a:blipFill>
        </p:spPr>
        <p:txBody>
          <a:body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3189770"/>
            <a:ext cx="5480304" cy="2982429"/>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6" name="Straight Connector 15">
            <a:extLst>
              <a:ext uri="{FF2B5EF4-FFF2-40B4-BE49-F238E27FC236}">
                <a16:creationId xmlns:a16="http://schemas.microsoft.com/office/drawing/2014/main" id="{79C1A172-F829-D2DE-BDB2-B86E6ACE1886}"/>
              </a:ext>
            </a:extLst>
          </p:cNvPr>
          <p:cNvCxnSpPr>
            <a:cxnSpLocks/>
          </p:cNvCxnSpPr>
          <p:nvPr userDrawn="1"/>
        </p:nvCxnSpPr>
        <p:spPr>
          <a:xfrm>
            <a:off x="6095999" y="2743200"/>
            <a:ext cx="54772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096000" y="6343955"/>
            <a:ext cx="2985400" cy="365125"/>
          </a:xfrm>
        </p:spPr>
        <p:txBody>
          <a:bodyPr>
            <a:noAutofit/>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noAutofit/>
          </a:bodyPr>
          <a:lstStyle/>
          <a:p>
            <a:fld id="{68A32F6A-E7E2-4607-B207-B787B539B854}" type="datetime1">
              <a:rPr lang="en-US" smtClean="0"/>
              <a:t>11/21/2025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870176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824824"/>
            <a:ext cx="6397753" cy="1527976"/>
          </a:xfrm>
        </p:spPr>
        <p:txBody>
          <a:bodyPr vert="horz" lIns="91440" tIns="45720" rIns="91440" bIns="45720" rtlCol="0" anchor="b">
            <a:no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12647" y="3505200"/>
            <a:ext cx="4568953" cy="1645198"/>
          </a:xfrm>
        </p:spPr>
        <p:txBody>
          <a:bodyPr vert="horz" lIns="91440" tIns="45720" rIns="91440" bIns="45720" rtlCol="0">
            <a:noAutofit/>
          </a:bodyPr>
          <a:lstStyle>
            <a:lvl1pPr>
              <a:defRPr lang="en-US" sz="1400" dirty="0"/>
            </a:lvl1pPr>
            <a:lvl2pPr>
              <a:defRPr lang="en-US" sz="1400"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9467FC12-63BB-4A63-9424-BFBF8E1D71D9}" type="datetime1">
              <a:rPr lang="en-US" smtClean="0"/>
              <a:t>11/21/2025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889251BE-373D-9B13-B9E2-73DFEBE40118}"/>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698E032-CDEE-AA9B-44A7-CE5EBB6948C0}"/>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CC778913-9F6C-8FDD-B123-16048004EC56}"/>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6283179-133D-0E64-C08A-4D59C8B2F9D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15605455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3" cy="3657600"/>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1601" y="685800"/>
            <a:ext cx="4572000" cy="36576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BAA7FA5-AD20-4A92-9D35-3CC6CFA49E64}" type="datetime1">
              <a:rPr lang="en-US" smtClean="0"/>
              <a:t>11/21/2025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C662DADE-FB83-6BD4-1D72-E22F0783A67E}"/>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7CD6A0-64A5-5058-DFD2-8DD1FAF7BEEB}"/>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E8E4321-3109-17F5-C530-4108033F07F5}"/>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AAD0450-E765-A0E1-7C56-37246411FDD0}"/>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Tree>
    <p:extLst>
      <p:ext uri="{BB962C8B-B14F-4D97-AF65-F5344CB8AC3E}">
        <p14:creationId xmlns:p14="http://schemas.microsoft.com/office/powerpoint/2010/main" val="31704037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405E2B5C-398A-3F2F-4BCC-FFF94D44632F}"/>
              </a:ext>
            </a:extLst>
          </p:cNvPr>
          <p:cNvSpPr/>
          <p:nvPr/>
        </p:nvSpPr>
        <p:spPr>
          <a:xfrm>
            <a:off x="11250895" y="5407944"/>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2897460-3A7D-EC5C-76B9-2725193E10AF}"/>
              </a:ext>
            </a:extLst>
          </p:cNvPr>
          <p:cNvSpPr/>
          <p:nvPr/>
        </p:nvSpPr>
        <p:spPr>
          <a:xfrm>
            <a:off x="685800" y="5758439"/>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742E741-698E-A2B8-7BD5-9DE89C610C2F}"/>
              </a:ext>
            </a:extLst>
          </p:cNvPr>
          <p:cNvSpPr/>
          <p:nvPr/>
        </p:nvSpPr>
        <p:spPr>
          <a:xfrm>
            <a:off x="10998565" y="5490376"/>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A04551B-2E70-1734-DA15-F26ABEC9D9D0}"/>
              </a:ext>
            </a:extLst>
          </p:cNvPr>
          <p:cNvSpPr/>
          <p:nvPr/>
        </p:nvSpPr>
        <p:spPr>
          <a:xfrm>
            <a:off x="10976145" y="5490381"/>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685800"/>
            <a:ext cx="3654553" cy="4083580"/>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1600" y="685800"/>
            <a:ext cx="6045390" cy="4083579"/>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02AB700-8552-46A0-B700-5DA0068ADBFC}" type="datetime1">
              <a:rPr lang="en-US" smtClean="0"/>
              <a:t>11/21/2025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804667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C85B71F7-9EDC-DB6C-D713-7ACE3A2EADC0}"/>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842DDA-AD76-0064-2B85-CB145F4CE540}"/>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5E58AC6-620E-20FA-E8F5-375DA2977A43}"/>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EA14E2E-5098-2800-A72C-138A5840365C}"/>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685800"/>
            <a:ext cx="3652523" cy="4102460"/>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1600" y="685800"/>
            <a:ext cx="6394703" cy="545500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A892AD61-D199-4B74-B80B-2001400510FA}" type="datetime1">
              <a:rPr lang="en-US" smtClean="0"/>
              <a:t>11/21/2025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56241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94DE839-4377-D8CF-B2A4-D0C3E0F49821}"/>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5E5478-C025-8AD6-B7FE-E95C356E887C}"/>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0EF54C8-1B9C-18F9-4647-D96F1A37BC05}"/>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3C1B42D9-101B-9822-0BAF-F80E962BB4CD}"/>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4" cy="4550251"/>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181600" y="685800"/>
            <a:ext cx="6394703" cy="546401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D00D9374-B0AF-43C5-90A8-C409C7D54B55}" type="datetime1">
              <a:rPr lang="en-US" smtClean="0"/>
              <a:t>11/21/2025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831670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bg2"/>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9AC2E340-F7F3-5093-0E0A-41015057E720}"/>
              </a:ext>
            </a:extLst>
          </p:cNvPr>
          <p:cNvCxnSpPr/>
          <p:nvPr userDrawn="1"/>
        </p:nvCxnSpPr>
        <p:spPr>
          <a:xfrm>
            <a:off x="5191026" y="2362200"/>
            <a:ext cx="6391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91026" y="685807"/>
            <a:ext cx="6391374" cy="1372001"/>
          </a:xfrm>
        </p:spPr>
        <p:txBody>
          <a:bodyPr anchor="b">
            <a:noAutofit/>
          </a:bodyPr>
          <a:lstStyle>
            <a:lvl1pPr>
              <a:defRPr>
                <a:solidFill>
                  <a:schemeClr val="tx2"/>
                </a:solidFill>
              </a:defRPr>
            </a:lvl1pPr>
          </a:lstStyle>
          <a:p>
            <a:r>
              <a:rPr lang="en-US"/>
              <a:t>Click to edit Master title style</a:t>
            </a:r>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80729" y="2743204"/>
            <a:ext cx="6395573" cy="3428989"/>
          </a:xfrm>
        </p:spPr>
        <p:txBody>
          <a:bodyPr>
            <a:noAutofit/>
          </a:bodyPr>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91026" y="6343825"/>
            <a:ext cx="3364903" cy="365125"/>
          </a:xfrm>
        </p:spPr>
        <p:txBody>
          <a:bodyPr>
            <a:noAutofit/>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noAutofit/>
          </a:bodyPr>
          <a:lstStyle>
            <a:lvl1pPr>
              <a:defRPr>
                <a:solidFill>
                  <a:schemeClr val="tx1"/>
                </a:solidFill>
              </a:defRPr>
            </a:lvl1pPr>
          </a:lstStyle>
          <a:p>
            <a:fld id="{9CBB6888-43ED-4D3A-B8DA-89EF29644561}" type="datetime1">
              <a:rPr lang="en-US" smtClean="0"/>
              <a:pPr/>
              <a:t>11/21/2025</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5608936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8881EABF-B6BB-1FBF-962C-A6A6C8C2418A}"/>
              </a:ext>
            </a:extLst>
          </p:cNvPr>
          <p:cNvCxnSpPr/>
          <p:nvPr userDrawn="1"/>
        </p:nvCxnSpPr>
        <p:spPr>
          <a:xfrm>
            <a:off x="612647" y="2359152"/>
            <a:ext cx="633679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4"/>
            <a:ext cx="6391374" cy="1371996"/>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3" y="2742645"/>
            <a:ext cx="6391247" cy="3429551"/>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noAutofit/>
          </a:bodyPr>
          <a:lstStyle/>
          <a:p>
            <a:r>
              <a:rPr lang="en-US"/>
              <a:t>Sample Footer Text</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p:spPr>
        <p:txBody>
          <a:bodyPr>
            <a:noAutofit/>
          </a:bodyPr>
          <a:lstStyle/>
          <a:p>
            <a:fld id="{27C7479B-2077-4468-85E0-F9294B46DEAE}" type="datetime1">
              <a:rPr lang="en-US" smtClean="0"/>
              <a:t>11/21/2025</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p:spPr>
        <p:txBody>
          <a:bodyPr>
            <a:noAutofit/>
          </a:bodyPr>
          <a:lstStyle/>
          <a:p>
            <a:fld id="{AEAA3239-9EA4-4A65-A281-97F994456D9F}" type="slidenum">
              <a:rPr lang="en-US" smtClean="0"/>
              <a:t>‹#›</a:t>
            </a:fld>
            <a:endParaRPr lang="en-US"/>
          </a:p>
        </p:txBody>
      </p:sp>
      <p:sp>
        <p:nvSpPr>
          <p:cNvPr id="4" name="Picture Placeholder 13">
            <a:extLst>
              <a:ext uri="{FF2B5EF4-FFF2-40B4-BE49-F238E27FC236}">
                <a16:creationId xmlns:a16="http://schemas.microsoft.com/office/drawing/2014/main" id="{35EC8126-6431-465A-8AC3-0118DD8825B5}"/>
              </a:ext>
            </a:extLst>
          </p:cNvPr>
          <p:cNvSpPr>
            <a:spLocks noGrp="1"/>
          </p:cNvSpPr>
          <p:nvPr>
            <p:ph type="pic" sz="quarter" idx="13" hasCustomPrompt="1"/>
          </p:nvPr>
        </p:nvSpPr>
        <p:spPr>
          <a:xfrm>
            <a:off x="7631546"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a:t>.</a:t>
            </a:r>
          </a:p>
        </p:txBody>
      </p:sp>
    </p:spTree>
    <p:extLst>
      <p:ext uri="{BB962C8B-B14F-4D97-AF65-F5344CB8AC3E}">
        <p14:creationId xmlns:p14="http://schemas.microsoft.com/office/powerpoint/2010/main" val="34985427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3" y="685800"/>
            <a:ext cx="6858000" cy="1111532"/>
          </a:xfrm>
        </p:spPr>
        <p:txBody>
          <a:bodyPr anchor="b">
            <a:noAutofit/>
          </a:bodyPr>
          <a:lstStyle/>
          <a:p>
            <a:r>
              <a:rPr lang="en-US"/>
              <a:t>Click to edit Master title style</a:t>
            </a:r>
          </a:p>
        </p:txBody>
      </p:sp>
      <p:sp>
        <p:nvSpPr>
          <p:cNvPr id="5" name="Picture Placeholder 10">
            <a:extLst>
              <a:ext uri="{FF2B5EF4-FFF2-40B4-BE49-F238E27FC236}">
                <a16:creationId xmlns:a16="http://schemas.microsoft.com/office/drawing/2014/main" id="{D2B02E8B-EB97-8158-B585-0E0E95CF40CC}"/>
              </a:ext>
            </a:extLst>
          </p:cNvPr>
          <p:cNvSpPr>
            <a:spLocks noGrp="1"/>
          </p:cNvSpPr>
          <p:nvPr>
            <p:ph type="pic" sz="quarter" idx="13" hasCustomPrompt="1"/>
          </p:nvPr>
        </p:nvSpPr>
        <p:spPr>
          <a:xfrm>
            <a:off x="0" y="0"/>
            <a:ext cx="4100267" cy="6858000"/>
          </a:xfrm>
          <a:blipFill>
            <a:blip r:embed="rId2">
              <a:alphaModFix amt="60000"/>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3"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724397" y="6343954"/>
            <a:ext cx="3422906" cy="365125"/>
          </a:xfrm>
        </p:spPr>
        <p:txBody>
          <a:bodyPr>
            <a:noAutofit/>
          </a:bodyPr>
          <a:lstStyle/>
          <a:p>
            <a:r>
              <a:rPr lang="en-US"/>
              <a:t>Sample Footer Text</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noAutofit/>
          </a:bodyPr>
          <a:lstStyle/>
          <a:p>
            <a:fld id="{28E9021D-675F-4984-8FE0-04DA4F4E22F1}" type="datetime1">
              <a:rPr lang="en-US" smtClean="0"/>
              <a:t>11/21/2025</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626216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6858000" cy="1111532"/>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noAutofit/>
          </a:bodyPr>
          <a:lstStyle/>
          <a:p>
            <a:fld id="{A7F72289-EB8A-47CA-A283-A769C9E761BF}" type="datetime1">
              <a:rPr lang="en-US" smtClean="0"/>
              <a:t>11/21/2025</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noAutofit/>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60000"/>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22362236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10400" y="685800"/>
            <a:ext cx="4561665" cy="1371264"/>
          </a:xfrm>
        </p:spPr>
        <p:txBody>
          <a:bodyPr anchor="b">
            <a:noAutofit/>
          </a:bodyPr>
          <a:lstStyle>
            <a:lvl1pPr>
              <a:defRPr sz="5400"/>
            </a:lvl1pPr>
          </a:lstStyle>
          <a:p>
            <a:r>
              <a:rPr lang="en-US"/>
              <a:t>Click to edit Master title style</a:t>
            </a:r>
          </a:p>
        </p:txBody>
      </p:sp>
      <p:sp>
        <p:nvSpPr>
          <p:cNvPr id="12" name="Picture Placeholder 11">
            <a:extLst>
              <a:ext uri="{FF2B5EF4-FFF2-40B4-BE49-F238E27FC236}">
                <a16:creationId xmlns:a16="http://schemas.microsoft.com/office/drawing/2014/main" id="{EEEFBBBB-A526-5A93-34B8-A377087586AE}"/>
              </a:ext>
            </a:extLst>
          </p:cNvPr>
          <p:cNvSpPr>
            <a:spLocks noGrp="1"/>
          </p:cNvSpPr>
          <p:nvPr>
            <p:ph type="pic" sz="quarter" idx="15"/>
          </p:nvPr>
        </p:nvSpPr>
        <p:spPr>
          <a:xfrm>
            <a:off x="1" y="0"/>
            <a:ext cx="6390464" cy="6858000"/>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20736" y="2286000"/>
            <a:ext cx="4561665"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20736" y="6343955"/>
            <a:ext cx="2105099" cy="365125"/>
          </a:xfr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noAutofit/>
          </a:bodyPr>
          <a:lstStyle>
            <a:lvl1pPr>
              <a:defRPr>
                <a:solidFill>
                  <a:schemeClr val="tx1"/>
                </a:solidFill>
                <a:effectLst/>
              </a:defRPr>
            </a:lvl1pPr>
          </a:lstStyle>
          <a:p>
            <a:fld id="{74049900-C118-46F7-B9EF-5F7C1F0005B2}" type="datetime1">
              <a:rPr lang="en-US" smtClean="0"/>
              <a:t>11/21/2025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0466992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72002" cy="1371264"/>
          </a:xfrm>
        </p:spPr>
        <p:txBody>
          <a:bodyPr anchor="b">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09599" y="2286000"/>
            <a:ext cx="4561666"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5">
            <a:extLst>
              <a:ext uri="{FF2B5EF4-FFF2-40B4-BE49-F238E27FC236}">
                <a16:creationId xmlns:a16="http://schemas.microsoft.com/office/drawing/2014/main" id="{3C6055EC-0CB7-A026-AE8C-74A36F768BEB}"/>
              </a:ext>
            </a:extLst>
          </p:cNvPr>
          <p:cNvSpPr>
            <a:spLocks noGrp="1"/>
          </p:cNvSpPr>
          <p:nvPr>
            <p:ph type="ftr" sz="quarter" idx="11"/>
          </p:nvPr>
        </p:nvSpPr>
        <p:spPr>
          <a:xfrm>
            <a:off x="609599" y="6343955"/>
            <a:ext cx="2105099" cy="365125"/>
          </a:xfrm>
        </p:spPr>
        <p:txBody>
          <a:bodyPr>
            <a:noAutofit/>
          </a:bodyPr>
          <a:lstStyle/>
          <a:p>
            <a:r>
              <a:rPr lang="en-US"/>
              <a:t>Sample Footer Text</a:t>
            </a:r>
          </a:p>
        </p:txBody>
      </p:sp>
      <p:sp>
        <p:nvSpPr>
          <p:cNvPr id="13" name="Date Placeholder 4">
            <a:extLst>
              <a:ext uri="{FF2B5EF4-FFF2-40B4-BE49-F238E27FC236}">
                <a16:creationId xmlns:a16="http://schemas.microsoft.com/office/drawing/2014/main" id="{AE86096B-57D4-1243-A86D-1D5E7DC3A755}"/>
              </a:ext>
            </a:extLst>
          </p:cNvPr>
          <p:cNvSpPr>
            <a:spLocks noGrp="1"/>
          </p:cNvSpPr>
          <p:nvPr>
            <p:ph type="dt" sz="half" idx="10"/>
          </p:nvPr>
        </p:nvSpPr>
        <p:spPr>
          <a:xfrm>
            <a:off x="2963930" y="6343955"/>
            <a:ext cx="1772029" cy="365125"/>
          </a:xfrm>
        </p:spPr>
        <p:txBody>
          <a:bodyPr>
            <a:noAutofit/>
          </a:bodyPr>
          <a:lstStyle>
            <a:lvl1pPr>
              <a:defRPr>
                <a:solidFill>
                  <a:schemeClr val="tx1"/>
                </a:solidFill>
                <a:effectLst/>
              </a:defRPr>
            </a:lvl1pPr>
          </a:lstStyle>
          <a:p>
            <a:fld id="{74049900-C118-46F7-B9EF-5F7C1F0005B2}" type="datetime1">
              <a:rPr lang="en-US" smtClean="0"/>
              <a:t>11/21/2025</a:t>
            </a:fld>
            <a:endParaRPr lang="en-US"/>
          </a:p>
        </p:txBody>
      </p:sp>
      <p:sp>
        <p:nvSpPr>
          <p:cNvPr id="15" name="Slide Number Placeholder 6">
            <a:extLst>
              <a:ext uri="{FF2B5EF4-FFF2-40B4-BE49-F238E27FC236}">
                <a16:creationId xmlns:a16="http://schemas.microsoft.com/office/drawing/2014/main" id="{A98A8E55-200E-96B4-1462-6DA457A20CE9}"/>
              </a:ext>
            </a:extLst>
          </p:cNvPr>
          <p:cNvSpPr>
            <a:spLocks noGrp="1"/>
          </p:cNvSpPr>
          <p:nvPr>
            <p:ph type="sldNum" sz="quarter" idx="12"/>
          </p:nvPr>
        </p:nvSpPr>
        <p:spPr>
          <a:xfrm>
            <a:off x="4735959" y="6343955"/>
            <a:ext cx="429207" cy="365125"/>
          </a:xfrm>
        </p:spPr>
        <p:txBody>
          <a:bodyPr>
            <a:noAutofit/>
          </a:bodyPr>
          <a:lstStyle/>
          <a:p>
            <a:fld id="{AEAA3239-9EA4-4A65-A281-97F994456D9F}" type="slidenum">
              <a:rPr lang="en-US" smtClean="0"/>
              <a:t>‹#›</a:t>
            </a:fld>
            <a:endParaRPr lang="en-US"/>
          </a:p>
        </p:txBody>
      </p:sp>
      <p:sp>
        <p:nvSpPr>
          <p:cNvPr id="3" name="Picture Placeholder 11">
            <a:extLst>
              <a:ext uri="{FF2B5EF4-FFF2-40B4-BE49-F238E27FC236}">
                <a16:creationId xmlns:a16="http://schemas.microsoft.com/office/drawing/2014/main" id="{48233842-32AB-C53C-CA20-8101D4E63DC5}"/>
              </a:ext>
            </a:extLst>
          </p:cNvPr>
          <p:cNvSpPr>
            <a:spLocks noGrp="1"/>
          </p:cNvSpPr>
          <p:nvPr>
            <p:ph type="pic" sz="quarter" idx="15"/>
          </p:nvPr>
        </p:nvSpPr>
        <p:spPr>
          <a:xfrm>
            <a:off x="5801536" y="0"/>
            <a:ext cx="6390464" cy="6858000"/>
          </a:xfrm>
          <a:blipFill>
            <a:blip r:embed="rId2">
              <a:alphaModFix amt="60000"/>
            </a:blip>
            <a:stretch>
              <a:fillRect/>
            </a:stretch>
          </a:blipFill>
        </p:spPr>
        <p:txBody>
          <a:bodyPr/>
          <a:lstStyle/>
          <a:p>
            <a:endParaRPr lang="en-US"/>
          </a:p>
        </p:txBody>
      </p:sp>
    </p:spTree>
    <p:extLst>
      <p:ext uri="{BB962C8B-B14F-4D97-AF65-F5344CB8AC3E}">
        <p14:creationId xmlns:p14="http://schemas.microsoft.com/office/powerpoint/2010/main" val="9470453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4" y="687787"/>
            <a:ext cx="3363259" cy="1993392"/>
          </a:xfrm>
        </p:spPr>
        <p:txBody>
          <a:bodyPr anchor="b">
            <a:noAutofit/>
          </a:bodyPr>
          <a:lstStyle>
            <a:lvl1pPr>
              <a:defRPr sz="5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60000"/>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1" y="2880360"/>
            <a:ext cx="3363259" cy="327461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a:noAutofit/>
          </a:bodyPr>
          <a:lstStyle/>
          <a:p>
            <a:fld id="{0B4A3A31-ACEE-4A00-9ED7-D579651BDB0B}" type="datetime1">
              <a:rPr lang="en-US" smtClean="0"/>
              <a:t>11/21/2025</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18447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8" y="685800"/>
            <a:ext cx="3364992" cy="1996301"/>
          </a:xfrm>
        </p:spPr>
        <p:txBody>
          <a:bodyPr anchor="b">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698" y="2880360"/>
            <a:ext cx="3364992" cy="323485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8">
            <a:extLst>
              <a:ext uri="{FF2B5EF4-FFF2-40B4-BE49-F238E27FC236}">
                <a16:creationId xmlns:a16="http://schemas.microsoft.com/office/drawing/2014/main" id="{C119522C-433C-CA02-AD5B-2ABB39A41622}"/>
              </a:ext>
            </a:extLst>
          </p:cNvPr>
          <p:cNvSpPr>
            <a:spLocks noGrp="1"/>
          </p:cNvSpPr>
          <p:nvPr>
            <p:ph type="ftr" sz="quarter" idx="16"/>
          </p:nvPr>
        </p:nvSpPr>
        <p:spPr>
          <a:xfrm>
            <a:off x="615698" y="6343955"/>
            <a:ext cx="2012061" cy="365125"/>
          </a:xfrm>
        </p:spPr>
        <p:txBody>
          <a:bodyPr>
            <a:noAutofit/>
          </a:bodyPr>
          <a:lstStyle/>
          <a:p>
            <a:r>
              <a:rPr lang="en-US"/>
              <a:t>Sample Footer Text</a:t>
            </a:r>
          </a:p>
        </p:txBody>
      </p:sp>
      <p:sp>
        <p:nvSpPr>
          <p:cNvPr id="7" name="Date Placeholder 3">
            <a:extLst>
              <a:ext uri="{FF2B5EF4-FFF2-40B4-BE49-F238E27FC236}">
                <a16:creationId xmlns:a16="http://schemas.microsoft.com/office/drawing/2014/main" id="{E76C67AD-99A1-8DF0-C332-BB3E0C537172}"/>
              </a:ext>
            </a:extLst>
          </p:cNvPr>
          <p:cNvSpPr>
            <a:spLocks noGrp="1"/>
          </p:cNvSpPr>
          <p:nvPr>
            <p:ph type="dt" sz="half" idx="15"/>
          </p:nvPr>
        </p:nvSpPr>
        <p:spPr>
          <a:xfrm>
            <a:off x="2627759" y="6343955"/>
            <a:ext cx="922372" cy="365125"/>
          </a:xfrm>
        </p:spPr>
        <p:txBody>
          <a:bodyPr>
            <a:noAutofit/>
          </a:bodyPr>
          <a:lstStyle/>
          <a:p>
            <a:fld id="{0B4A3A31-ACEE-4A00-9ED7-D579651BDB0B}" type="datetime1">
              <a:rPr lang="en-US" smtClean="0"/>
              <a:t>11/21/2025</a:t>
            </a:fld>
            <a:endParaRPr lang="en-US"/>
          </a:p>
        </p:txBody>
      </p:sp>
      <p:sp>
        <p:nvSpPr>
          <p:cNvPr id="13" name="Slide Number Placeholder 9">
            <a:extLst>
              <a:ext uri="{FF2B5EF4-FFF2-40B4-BE49-F238E27FC236}">
                <a16:creationId xmlns:a16="http://schemas.microsoft.com/office/drawing/2014/main" id="{C8D2CF7B-FF7A-7960-DB96-2B1846DA41A0}"/>
              </a:ext>
            </a:extLst>
          </p:cNvPr>
          <p:cNvSpPr>
            <a:spLocks noGrp="1"/>
          </p:cNvSpPr>
          <p:nvPr>
            <p:ph type="sldNum" sz="quarter" idx="17"/>
          </p:nvPr>
        </p:nvSpPr>
        <p:spPr>
          <a:xfrm>
            <a:off x="3550131" y="6343955"/>
            <a:ext cx="429207" cy="365125"/>
          </a:xfrm>
        </p:spPr>
        <p:txBody>
          <a:bodyPr>
            <a:noAutofit/>
          </a:bodyPr>
          <a:lstStyle/>
          <a:p>
            <a:fld id="{AEAA3239-9EA4-4A65-A281-97F994456D9F}" type="slidenum">
              <a:rPr lang="en-US" smtClean="0"/>
              <a:t>‹#›</a:t>
            </a:fld>
            <a:endParaRPr lang="en-US"/>
          </a:p>
        </p:txBody>
      </p:sp>
      <p:sp>
        <p:nvSpPr>
          <p:cNvPr id="4" name="Picture Placeholder 10">
            <a:extLst>
              <a:ext uri="{FF2B5EF4-FFF2-40B4-BE49-F238E27FC236}">
                <a16:creationId xmlns:a16="http://schemas.microsoft.com/office/drawing/2014/main" id="{B08A763A-F1F9-D459-6C34-397656627599}"/>
              </a:ext>
            </a:extLst>
          </p:cNvPr>
          <p:cNvSpPr>
            <a:spLocks noGrp="1"/>
          </p:cNvSpPr>
          <p:nvPr>
            <p:ph type="pic" sz="quarter" idx="13" hasCustomPrompt="1"/>
          </p:nvPr>
        </p:nvSpPr>
        <p:spPr>
          <a:xfrm>
            <a:off x="4607856" y="0"/>
            <a:ext cx="7584144" cy="6858000"/>
          </a:xfrm>
          <a:blipFill>
            <a:blip r:embed="rId2">
              <a:alphaModFix amt="60000"/>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21819643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0"/>
            <a:ext cx="2748115" cy="2743200"/>
          </a:xfrm>
          <a:noFill/>
        </p:spPr>
        <p:txBody>
          <a:bodyPr anchor="t">
            <a:noAutofit/>
          </a:bodyPr>
          <a:lstStyle/>
          <a:p>
            <a:r>
              <a:rPr lang="en-US"/>
              <a:t>Click to edit Master title style</a:t>
            </a:r>
          </a:p>
        </p:txBody>
      </p:sp>
      <p:sp>
        <p:nvSpPr>
          <p:cNvPr id="4" name="Picture Placeholder 3">
            <a:extLst>
              <a:ext uri="{FF2B5EF4-FFF2-40B4-BE49-F238E27FC236}">
                <a16:creationId xmlns:a16="http://schemas.microsoft.com/office/drawing/2014/main" id="{5487E718-4223-B4DB-C92A-99E891E642B8}"/>
              </a:ext>
            </a:extLst>
          </p:cNvPr>
          <p:cNvSpPr>
            <a:spLocks noGrp="1"/>
          </p:cNvSpPr>
          <p:nvPr>
            <p:ph type="pic" sz="quarter" idx="15"/>
          </p:nvPr>
        </p:nvSpPr>
        <p:spPr>
          <a:xfrm>
            <a:off x="0" y="0"/>
            <a:ext cx="8229600" cy="6858000"/>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9200" y="3703320"/>
            <a:ext cx="2743201" cy="2476061"/>
          </a:xfrm>
          <a:noFill/>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39200" y="6343955"/>
            <a:ext cx="1404460" cy="365125"/>
          </a:xfrm>
          <a:noFill/>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noFill/>
        </p:spPr>
        <p:txBody>
          <a:bodyPr>
            <a:noAutofit/>
          </a:bodyPr>
          <a:lstStyle>
            <a:lvl1pPr>
              <a:defRPr>
                <a:solidFill>
                  <a:schemeClr val="tx1"/>
                </a:solidFill>
                <a:effectLst/>
              </a:defRPr>
            </a:lvl1pPr>
          </a:lstStyle>
          <a:p>
            <a:fld id="{FAD7B7F7-7F90-4F0B-A996-5443656EFF4A}" type="datetime1">
              <a:rPr lang="en-US" smtClean="0"/>
              <a:t>11/21/2025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noFill/>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695498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685800"/>
            <a:ext cx="2748114" cy="2743200"/>
          </a:xfrm>
        </p:spPr>
        <p:txBody>
          <a:bodyPr anchor="t">
            <a:noAutofit/>
          </a:bodyPr>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703320"/>
            <a:ext cx="2743200" cy="247606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Footer Placeholder 5">
            <a:extLst>
              <a:ext uri="{FF2B5EF4-FFF2-40B4-BE49-F238E27FC236}">
                <a16:creationId xmlns:a16="http://schemas.microsoft.com/office/drawing/2014/main" id="{644F6AEF-CB45-AC6F-F205-7AB277670F4E}"/>
              </a:ext>
            </a:extLst>
          </p:cNvPr>
          <p:cNvSpPr>
            <a:spLocks noGrp="1"/>
          </p:cNvSpPr>
          <p:nvPr>
            <p:ph type="ftr" sz="quarter" idx="11"/>
          </p:nvPr>
        </p:nvSpPr>
        <p:spPr>
          <a:xfrm>
            <a:off x="615697" y="6343955"/>
            <a:ext cx="1404460" cy="365125"/>
          </a:xfrm>
        </p:spPr>
        <p:txBody>
          <a:bodyPr>
            <a:noAutofit/>
          </a:bodyPr>
          <a:lstStyle/>
          <a:p>
            <a:r>
              <a:rPr lang="en-US"/>
              <a:t>Sample Footer Text</a:t>
            </a:r>
          </a:p>
        </p:txBody>
      </p:sp>
      <p:sp>
        <p:nvSpPr>
          <p:cNvPr id="14" name="Date Placeholder 4">
            <a:extLst>
              <a:ext uri="{FF2B5EF4-FFF2-40B4-BE49-F238E27FC236}">
                <a16:creationId xmlns:a16="http://schemas.microsoft.com/office/drawing/2014/main" id="{980DDA2F-B408-A7AF-463F-3F6ED55C1A9C}"/>
              </a:ext>
            </a:extLst>
          </p:cNvPr>
          <p:cNvSpPr>
            <a:spLocks noGrp="1"/>
          </p:cNvSpPr>
          <p:nvPr>
            <p:ph type="dt" sz="half" idx="10"/>
          </p:nvPr>
        </p:nvSpPr>
        <p:spPr>
          <a:xfrm>
            <a:off x="2069019" y="6343955"/>
            <a:ext cx="854573" cy="365125"/>
          </a:xfrm>
        </p:spPr>
        <p:txBody>
          <a:bodyPr>
            <a:noAutofit/>
          </a:bodyPr>
          <a:lstStyle>
            <a:lvl1pPr>
              <a:defRPr>
                <a:solidFill>
                  <a:schemeClr val="tx1"/>
                </a:solidFill>
                <a:effectLst/>
              </a:defRPr>
            </a:lvl1pPr>
          </a:lstStyle>
          <a:p>
            <a:fld id="{FAD7B7F7-7F90-4F0B-A996-5443656EFF4A}" type="datetime1">
              <a:rPr lang="en-US" smtClean="0"/>
              <a:t>11/21/2025</a:t>
            </a:fld>
            <a:endParaRPr lang="en-US"/>
          </a:p>
        </p:txBody>
      </p:sp>
      <p:sp>
        <p:nvSpPr>
          <p:cNvPr id="16" name="Slide Number Placeholder 6">
            <a:extLst>
              <a:ext uri="{FF2B5EF4-FFF2-40B4-BE49-F238E27FC236}">
                <a16:creationId xmlns:a16="http://schemas.microsoft.com/office/drawing/2014/main" id="{9C6A3F52-E7A3-B732-2650-C47F8BE25FF4}"/>
              </a:ext>
            </a:extLst>
          </p:cNvPr>
          <p:cNvSpPr>
            <a:spLocks noGrp="1"/>
          </p:cNvSpPr>
          <p:nvPr>
            <p:ph type="sldNum" sz="quarter" idx="12"/>
          </p:nvPr>
        </p:nvSpPr>
        <p:spPr>
          <a:xfrm>
            <a:off x="2923593" y="6343955"/>
            <a:ext cx="429207" cy="365125"/>
          </a:xfrm>
        </p:spPr>
        <p:txBody>
          <a:bodyPr>
            <a:noAutofit/>
          </a:bodyPr>
          <a:lstStyle/>
          <a:p>
            <a:fld id="{AEAA3239-9EA4-4A65-A281-97F994456D9F}" type="slidenum">
              <a:rPr lang="en-US" smtClean="0"/>
              <a:t>‹#›</a:t>
            </a:fld>
            <a:endParaRPr lang="en-US"/>
          </a:p>
        </p:txBody>
      </p:sp>
      <p:sp>
        <p:nvSpPr>
          <p:cNvPr id="5" name="Picture Placeholder 3">
            <a:extLst>
              <a:ext uri="{FF2B5EF4-FFF2-40B4-BE49-F238E27FC236}">
                <a16:creationId xmlns:a16="http://schemas.microsoft.com/office/drawing/2014/main" id="{80894EEF-95B5-F8FE-9FBB-D5DFD413C066}"/>
              </a:ext>
            </a:extLst>
          </p:cNvPr>
          <p:cNvSpPr>
            <a:spLocks noGrp="1"/>
          </p:cNvSpPr>
          <p:nvPr>
            <p:ph type="pic" sz="quarter" idx="15"/>
          </p:nvPr>
        </p:nvSpPr>
        <p:spPr>
          <a:xfrm>
            <a:off x="3962400" y="0"/>
            <a:ext cx="8229600" cy="6858000"/>
          </a:xfrm>
          <a:blipFill>
            <a:blip r:embed="rId2">
              <a:alphaModFix amt="60000"/>
            </a:blip>
            <a:stretch>
              <a:fillRect/>
            </a:stretch>
          </a:blipFill>
        </p:spPr>
        <p:txBody>
          <a:bodyPr/>
          <a:lstStyle/>
          <a:p>
            <a:endParaRPr lang="en-US"/>
          </a:p>
        </p:txBody>
      </p:sp>
    </p:spTree>
    <p:extLst>
      <p:ext uri="{BB962C8B-B14F-4D97-AF65-F5344CB8AC3E}">
        <p14:creationId xmlns:p14="http://schemas.microsoft.com/office/powerpoint/2010/main" val="42611547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343400"/>
            <a:ext cx="4019522" cy="1159931"/>
          </a:xfrm>
        </p:spPr>
        <p:txBody>
          <a:bodyPr anchor="t">
            <a:noAutofit/>
          </a:bodyPr>
          <a:lstStyle>
            <a:lvl1pPr>
              <a:defRPr sz="5400"/>
            </a:lvl1pPr>
          </a:lstStyle>
          <a:p>
            <a:r>
              <a:rPr lang="en-US"/>
              <a:t>Click to edit Master title style</a:t>
            </a:r>
          </a:p>
        </p:txBody>
      </p:sp>
      <p:sp>
        <p:nvSpPr>
          <p:cNvPr id="4" name="Picture Placeholder 3">
            <a:extLst>
              <a:ext uri="{FF2B5EF4-FFF2-40B4-BE49-F238E27FC236}">
                <a16:creationId xmlns:a16="http://schemas.microsoft.com/office/drawing/2014/main" id="{0E0CE544-3552-FE00-5B00-942E522A2A5A}"/>
              </a:ext>
            </a:extLst>
          </p:cNvPr>
          <p:cNvSpPr>
            <a:spLocks noGrp="1"/>
          </p:cNvSpPr>
          <p:nvPr>
            <p:ph type="pic" sz="quarter" idx="15"/>
          </p:nvPr>
        </p:nvSpPr>
        <p:spPr>
          <a:xfrm>
            <a:off x="0" y="0"/>
            <a:ext cx="12192000" cy="3886200"/>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81600" y="4343400"/>
            <a:ext cx="6400800" cy="115993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2086C921-50A5-4289-8B96-30101E64A548}" type="datetime1">
              <a:rPr lang="en-US" smtClean="0"/>
              <a:t>11/21/2025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60114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6200"/>
            <a:ext cx="3044954" cy="2245126"/>
          </a:xfrm>
        </p:spPr>
        <p:txBody>
          <a:bodyPr anchor="b">
            <a:noAutofit/>
          </a:bodyPr>
          <a:lstStyle>
            <a:lvl1pPr>
              <a:defRPr sz="5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60000"/>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7200" y="3886200"/>
            <a:ext cx="7315199" cy="2245127"/>
          </a:xfrm>
        </p:spPr>
        <p:txBody>
          <a:bodyPr vert="horz" lIns="91440" tIns="45720" rIns="91440" bIns="45720" rtlCol="0">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1B948B66-4D7B-4FF2-9F42-B85226272225}" type="datetime1">
              <a:rPr lang="en-US" smtClean="0"/>
              <a:t>11/21/2025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986600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3044954" cy="2035724"/>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9158" y="685800"/>
            <a:ext cx="7315199" cy="2014665"/>
          </a:xfrm>
        </p:spPr>
        <p:txBody>
          <a:bodyPr vert="horz" lIns="91440" tIns="45720" rIns="91440" bIns="45720" rtlCol="0" anchor="b">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2896372"/>
            <a:ext cx="2791027" cy="365125"/>
          </a:xfr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2896372"/>
            <a:ext cx="1559379" cy="365125"/>
          </a:xfrm>
        </p:spPr>
        <p:txBody>
          <a:bodyPr>
            <a:noAutofit/>
          </a:bodyPr>
          <a:lstStyle/>
          <a:p>
            <a:fld id="{6D1D18D0-7308-42C5-B784-8892F327ABD3}" type="datetime1">
              <a:rPr lang="en-US" smtClean="0"/>
              <a:t>11/21/2025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2896372"/>
            <a:ext cx="429207" cy="365125"/>
          </a:xfrm>
        </p:spPr>
        <p:txBody>
          <a:bodyPr>
            <a:noAutofit/>
          </a:bodyPr>
          <a:lstStyle/>
          <a:p>
            <a:fld id="{AEAA3239-9EA4-4A65-A281-97F994456D9F}" type="slidenum">
              <a:rPr lang="en-US" smtClean="0"/>
              <a:t>‹#›</a:t>
            </a:fld>
            <a:endParaRPr lang="en-US"/>
          </a:p>
        </p:txBody>
      </p:sp>
      <p:sp>
        <p:nvSpPr>
          <p:cNvPr id="3" name="Picture Placeholder 10">
            <a:extLst>
              <a:ext uri="{FF2B5EF4-FFF2-40B4-BE49-F238E27FC236}">
                <a16:creationId xmlns:a16="http://schemas.microsoft.com/office/drawing/2014/main" id="{4178283B-8F20-CAA0-928D-318B857F9592}"/>
              </a:ext>
            </a:extLst>
          </p:cNvPr>
          <p:cNvSpPr>
            <a:spLocks noGrp="1"/>
          </p:cNvSpPr>
          <p:nvPr>
            <p:ph type="pic" sz="quarter" idx="13" hasCustomPrompt="1"/>
          </p:nvPr>
        </p:nvSpPr>
        <p:spPr>
          <a:xfrm>
            <a:off x="-1" y="3414669"/>
            <a:ext cx="12192000" cy="3443331"/>
          </a:xfrm>
          <a:blipFill>
            <a:blip r:embed="rId2">
              <a:alphaModFix amt="60000"/>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42076729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8"/>
            <a:ext cx="5483353" cy="1388318"/>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2651760"/>
            <a:ext cx="5483352" cy="352185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4AB12E0E-A617-768A-7E0E-472481185B12}"/>
              </a:ext>
            </a:extLst>
          </p:cNvPr>
          <p:cNvSpPr>
            <a:spLocks noGrp="1"/>
          </p:cNvSpPr>
          <p:nvPr>
            <p:ph type="pic" sz="quarter" idx="18"/>
          </p:nvPr>
        </p:nvSpPr>
        <p:spPr>
          <a:xfrm>
            <a:off x="6717792" y="685807"/>
            <a:ext cx="4864608" cy="5486377"/>
          </a:xfrm>
          <a:blipFill>
            <a:blip r:embed="rId2">
              <a:alphaModFix amt="60000"/>
            </a:blip>
            <a:stretch>
              <a:fillRect/>
            </a:stretch>
          </a:blipFill>
        </p:spPr>
        <p:txBody>
          <a:bodyPr/>
          <a:lstStyle/>
          <a:p>
            <a:endParaRPr lang="en-US"/>
          </a:p>
        </p:txBody>
      </p:sp>
      <p:cxnSp>
        <p:nvCxnSpPr>
          <p:cNvPr id="3" name="Straight Connector 2">
            <a:extLst>
              <a:ext uri="{FF2B5EF4-FFF2-40B4-BE49-F238E27FC236}">
                <a16:creationId xmlns:a16="http://schemas.microsoft.com/office/drawing/2014/main" id="{EC1D70B4-629A-1A3A-D1BB-D35C3AED4BAD}"/>
              </a:ext>
            </a:extLst>
          </p:cNvPr>
          <p:cNvCxnSpPr>
            <a:cxnSpLocks/>
          </p:cNvCxnSpPr>
          <p:nvPr userDrawn="1"/>
        </p:nvCxnSpPr>
        <p:spPr>
          <a:xfrm>
            <a:off x="609600" y="236222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Footer Placeholder 7">
            <a:extLst>
              <a:ext uri="{FF2B5EF4-FFF2-40B4-BE49-F238E27FC236}">
                <a16:creationId xmlns:a16="http://schemas.microsoft.com/office/drawing/2014/main" id="{8F922763-A12B-44C2-4F2D-AAD3B317EC9A}"/>
              </a:ext>
            </a:extLst>
          </p:cNvPr>
          <p:cNvSpPr>
            <a:spLocks noGrp="1"/>
          </p:cNvSpPr>
          <p:nvPr>
            <p:ph type="ftr" sz="quarter" idx="15"/>
          </p:nvPr>
        </p:nvSpPr>
        <p:spPr>
          <a:xfrm>
            <a:off x="612647" y="6343955"/>
            <a:ext cx="2805405" cy="365125"/>
          </a:xfrm>
        </p:spPr>
        <p:txBody>
          <a:bodyPr>
            <a:noAutofit/>
          </a:bodyPr>
          <a:lstStyle/>
          <a:p>
            <a:r>
              <a:rPr lang="en-US"/>
              <a:t>Sample Footer Text</a:t>
            </a:r>
          </a:p>
        </p:txBody>
      </p:sp>
      <p:sp>
        <p:nvSpPr>
          <p:cNvPr id="11" name="Date Placeholder 6">
            <a:extLst>
              <a:ext uri="{FF2B5EF4-FFF2-40B4-BE49-F238E27FC236}">
                <a16:creationId xmlns:a16="http://schemas.microsoft.com/office/drawing/2014/main" id="{88D44AB0-B4BD-5097-DB6C-0B96B75B1DA6}"/>
              </a:ext>
            </a:extLst>
          </p:cNvPr>
          <p:cNvSpPr>
            <a:spLocks noGrp="1"/>
          </p:cNvSpPr>
          <p:nvPr>
            <p:ph type="dt" sz="half" idx="19"/>
          </p:nvPr>
        </p:nvSpPr>
        <p:spPr>
          <a:xfrm>
            <a:off x="8893929" y="6343955"/>
            <a:ext cx="2202644" cy="365125"/>
          </a:xfrm>
        </p:spPr>
        <p:txBody>
          <a:bodyPr>
            <a:noAutofit/>
          </a:bodyPr>
          <a:lstStyle/>
          <a:p>
            <a:fld id="{5888334B-5C34-4E7E-A4B0-3A19575F6DD8}" type="datetime1">
              <a:rPr lang="en-US" smtClean="0"/>
              <a:t>11/21/2025</a:t>
            </a:fld>
            <a:endParaRPr lang="en-US"/>
          </a:p>
        </p:txBody>
      </p:sp>
      <p:sp>
        <p:nvSpPr>
          <p:cNvPr id="14" name="Slide Number Placeholder 8">
            <a:extLst>
              <a:ext uri="{FF2B5EF4-FFF2-40B4-BE49-F238E27FC236}">
                <a16:creationId xmlns:a16="http://schemas.microsoft.com/office/drawing/2014/main" id="{8EA9CC9C-E71E-C316-0680-F4BD6EDC87C1}"/>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52334095"/>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9753" cy="898525"/>
          </a:xfrm>
        </p:spPr>
        <p:txBody>
          <a:bodyPr anchor="b">
            <a:noAutofit/>
          </a:bodyPr>
          <a:lstStyle/>
          <a:p>
            <a:r>
              <a:rPr lang="en-US"/>
              <a:t>Click to edit Master title style</a:t>
            </a:r>
          </a:p>
        </p:txBody>
      </p:sp>
      <p:cxnSp>
        <p:nvCxnSpPr>
          <p:cNvPr id="7" name="Straight Connector 6">
            <a:extLst>
              <a:ext uri="{FF2B5EF4-FFF2-40B4-BE49-F238E27FC236}">
                <a16:creationId xmlns:a16="http://schemas.microsoft.com/office/drawing/2014/main" id="{54E15E62-FEF2-298A-EC8D-72D59188CB27}"/>
              </a:ext>
            </a:extLst>
          </p:cNvPr>
          <p:cNvCxnSpPr>
            <a:cxnSpLocks/>
          </p:cNvCxnSpPr>
          <p:nvPr userDrawn="1"/>
        </p:nvCxnSpPr>
        <p:spPr>
          <a:xfrm>
            <a:off x="609600" y="1905000"/>
            <a:ext cx="109728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9600" y="2286012"/>
            <a:ext cx="5479474" cy="298765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C4892D5B-0772-8929-54F9-AA16EED38E2B}"/>
              </a:ext>
            </a:extLst>
          </p:cNvPr>
          <p:cNvSpPr>
            <a:spLocks noGrp="1"/>
          </p:cNvSpPr>
          <p:nvPr>
            <p:ph type="pic" sz="quarter" idx="18"/>
          </p:nvPr>
        </p:nvSpPr>
        <p:spPr>
          <a:xfrm>
            <a:off x="6715575" y="2285301"/>
            <a:ext cx="4863778" cy="3886188"/>
          </a:xfrm>
          <a:blipFill>
            <a:blip r:embed="rId2">
              <a:alphaModFix amt="60000"/>
            </a:blip>
            <a:stretch>
              <a:fillRect/>
            </a:stretch>
          </a:blipFill>
        </p:spPr>
        <p:txBody>
          <a:bodyPr/>
          <a:lstStyle/>
          <a:p>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noAutofit/>
          </a:bodyPr>
          <a:lstStyle/>
          <a:p>
            <a:fld id="{6C46EC71-0129-40A3-85CE-244216EACC39}" type="datetime1">
              <a:rPr lang="en-US" smtClean="0"/>
              <a:t>11/21/2025</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842421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89903" y="685807"/>
            <a:ext cx="5486400" cy="1388302"/>
          </a:xfrm>
        </p:spPr>
        <p:txBody>
          <a:bodyPr anchor="b">
            <a:noAutofit/>
          </a:bodyPr>
          <a:lstStyle/>
          <a:p>
            <a:r>
              <a:rPr lang="en-US"/>
              <a:t>Click to edit Master title style</a:t>
            </a:r>
          </a:p>
        </p:txBody>
      </p:sp>
      <p:sp>
        <p:nvSpPr>
          <p:cNvPr id="16" name="Picture Placeholder 5">
            <a:extLst>
              <a:ext uri="{FF2B5EF4-FFF2-40B4-BE49-F238E27FC236}">
                <a16:creationId xmlns:a16="http://schemas.microsoft.com/office/drawing/2014/main" id="{3F8ACB4F-E132-97B5-797E-ADFB9AC83456}"/>
              </a:ext>
            </a:extLst>
          </p:cNvPr>
          <p:cNvSpPr>
            <a:spLocks noGrp="1"/>
          </p:cNvSpPr>
          <p:nvPr>
            <p:ph type="pic" sz="quarter" idx="18"/>
          </p:nvPr>
        </p:nvSpPr>
        <p:spPr>
          <a:xfrm>
            <a:off x="616658" y="685807"/>
            <a:ext cx="4864608" cy="5486377"/>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89903" y="2650330"/>
            <a:ext cx="5486400" cy="3521854"/>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5" name="Straight Connector 14">
            <a:extLst>
              <a:ext uri="{FF2B5EF4-FFF2-40B4-BE49-F238E27FC236}">
                <a16:creationId xmlns:a16="http://schemas.microsoft.com/office/drawing/2014/main" id="{60415657-C9CC-A8DC-C841-09A42AC901EC}"/>
              </a:ext>
            </a:extLst>
          </p:cNvPr>
          <p:cNvCxnSpPr>
            <a:cxnSpLocks/>
          </p:cNvCxnSpPr>
          <p:nvPr userDrawn="1"/>
        </p:nvCxnSpPr>
        <p:spPr>
          <a:xfrm>
            <a:off x="6089903" y="236221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7">
            <a:extLst>
              <a:ext uri="{FF2B5EF4-FFF2-40B4-BE49-F238E27FC236}">
                <a16:creationId xmlns:a16="http://schemas.microsoft.com/office/drawing/2014/main" id="{D65827FC-FBF0-2A7B-2AE9-11D916DB970C}"/>
              </a:ext>
            </a:extLst>
          </p:cNvPr>
          <p:cNvSpPr>
            <a:spLocks noGrp="1"/>
          </p:cNvSpPr>
          <p:nvPr>
            <p:ph type="ftr" sz="quarter" idx="15"/>
          </p:nvPr>
        </p:nvSpPr>
        <p:spPr>
          <a:xfrm>
            <a:off x="612647" y="6343955"/>
            <a:ext cx="2805405" cy="365125"/>
          </a:xfrm>
        </p:spPr>
        <p:txBody>
          <a:bodyPr>
            <a:noAutofit/>
          </a:bodyPr>
          <a:lstStyle/>
          <a:p>
            <a:r>
              <a:rPr lang="en-US"/>
              <a:t>Sample Footer Text</a:t>
            </a:r>
          </a:p>
        </p:txBody>
      </p:sp>
      <p:sp>
        <p:nvSpPr>
          <p:cNvPr id="3" name="Date Placeholder 6">
            <a:extLst>
              <a:ext uri="{FF2B5EF4-FFF2-40B4-BE49-F238E27FC236}">
                <a16:creationId xmlns:a16="http://schemas.microsoft.com/office/drawing/2014/main" id="{7D3F37AD-0904-9EC0-EFEE-899B457A4536}"/>
              </a:ext>
            </a:extLst>
          </p:cNvPr>
          <p:cNvSpPr>
            <a:spLocks noGrp="1"/>
          </p:cNvSpPr>
          <p:nvPr>
            <p:ph type="dt" sz="half" idx="19"/>
          </p:nvPr>
        </p:nvSpPr>
        <p:spPr>
          <a:xfrm>
            <a:off x="8893929" y="6343955"/>
            <a:ext cx="2202644" cy="365125"/>
          </a:xfrm>
        </p:spPr>
        <p:txBody>
          <a:bodyPr>
            <a:noAutofit/>
          </a:bodyPr>
          <a:lstStyle/>
          <a:p>
            <a:fld id="{5888334B-5C34-4E7E-A4B0-3A19575F6DD8}" type="datetime1">
              <a:rPr lang="en-US" smtClean="0"/>
              <a:t>11/21/2025</a:t>
            </a:fld>
            <a:endParaRPr lang="en-US"/>
          </a:p>
        </p:txBody>
      </p:sp>
      <p:sp>
        <p:nvSpPr>
          <p:cNvPr id="6" name="Slide Number Placeholder 8">
            <a:extLst>
              <a:ext uri="{FF2B5EF4-FFF2-40B4-BE49-F238E27FC236}">
                <a16:creationId xmlns:a16="http://schemas.microsoft.com/office/drawing/2014/main" id="{655EC9E8-1A84-6C33-ADB3-D40020F50907}"/>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4258293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64763" cy="1426798"/>
          </a:xfrm>
        </p:spPr>
        <p:txBody>
          <a:bodyPr anchor="b">
            <a:noAutofit/>
          </a:bodyPr>
          <a:lstStyle>
            <a:lvl1pPr>
              <a:defRPr sz="5400"/>
            </a:lvl1pPr>
          </a:lstStyle>
          <a:p>
            <a:r>
              <a:rPr lang="en-US"/>
              <a:t>Click to edit Master title style</a:t>
            </a:r>
          </a:p>
        </p:txBody>
      </p:sp>
      <p:sp>
        <p:nvSpPr>
          <p:cNvPr id="4" name="Picture Placeholder 3">
            <a:extLst>
              <a:ext uri="{FF2B5EF4-FFF2-40B4-BE49-F238E27FC236}">
                <a16:creationId xmlns:a16="http://schemas.microsoft.com/office/drawing/2014/main" id="{45580E71-5349-7975-EE00-1D48FBB45527}"/>
              </a:ext>
            </a:extLst>
          </p:cNvPr>
          <p:cNvSpPr>
            <a:spLocks noGrp="1"/>
          </p:cNvSpPr>
          <p:nvPr>
            <p:ph type="pic" sz="quarter" idx="15"/>
          </p:nvPr>
        </p:nvSpPr>
        <p:spPr>
          <a:xfrm>
            <a:off x="609599" y="2514600"/>
            <a:ext cx="4564763" cy="3636598"/>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90060" y="685800"/>
            <a:ext cx="5792341" cy="5465398"/>
          </a:xfrm>
        </p:spPr>
        <p:txBody>
          <a:bodyPr anchor="b">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3CC8FB4D-92F2-4C28-8BFC-2AE0229C3E9A}" type="datetime1">
              <a:rPr lang="en-US" smtClean="0"/>
              <a:t>11/21/2025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0979622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891102"/>
          </a:xfrm>
        </p:spPr>
        <p:txBody>
          <a:bodyPr anchor="b">
            <a:noAutofit/>
          </a:bodyPr>
          <a:lstStyle>
            <a:lvl1pPr>
              <a:defRPr sz="5400"/>
            </a:lvl1pPr>
          </a:lstStyle>
          <a:p>
            <a:r>
              <a:rPr lang="en-US"/>
              <a:t>Click to edit Master title style</a:t>
            </a:r>
          </a:p>
        </p:txBody>
      </p:sp>
      <p:sp>
        <p:nvSpPr>
          <p:cNvPr id="9" name="Picture Placeholder 8">
            <a:extLst>
              <a:ext uri="{FF2B5EF4-FFF2-40B4-BE49-F238E27FC236}">
                <a16:creationId xmlns:a16="http://schemas.microsoft.com/office/drawing/2014/main" id="{2EC4665C-5805-BDA9-0EA4-387D86C88ABA}"/>
              </a:ext>
            </a:extLst>
          </p:cNvPr>
          <p:cNvSpPr>
            <a:spLocks noGrp="1"/>
          </p:cNvSpPr>
          <p:nvPr>
            <p:ph type="pic" sz="quarter" idx="15"/>
          </p:nvPr>
        </p:nvSpPr>
        <p:spPr>
          <a:xfrm>
            <a:off x="612647" y="2057400"/>
            <a:ext cx="2740153" cy="4091502"/>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3810001" y="2057400"/>
            <a:ext cx="7766302" cy="409150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7B708C30-1428-4C16-AD49-DE42CFEA37BF}" type="datetime1">
              <a:rPr lang="en-US" smtClean="0"/>
              <a:t>11/21/2025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850194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1"/>
      </p:bgRef>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1DA757D-A9AE-985A-6EEE-C02E46D45DC9}"/>
              </a:ext>
            </a:extLst>
          </p:cNvPr>
          <p:cNvSpPr/>
          <p:nvPr/>
        </p:nvSpPr>
        <p:spPr>
          <a:xfrm>
            <a:off x="11250895" y="43434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4"/>
            </a:solidFill>
            <a:prstDash val="solid"/>
            <a:miter/>
          </a:ln>
        </p:spPr>
        <p:txBody>
          <a:bodyPr rtlCol="0" anchor="ctr"/>
          <a:lstStyle/>
          <a:p>
            <a:pPr algn="l" rtl="0"/>
            <a:endParaRPr lang="en-US"/>
          </a:p>
        </p:txBody>
      </p:sp>
      <p:sp>
        <p:nvSpPr>
          <p:cNvPr id="8" name="Freeform: Shape 7">
            <a:extLst>
              <a:ext uri="{FF2B5EF4-FFF2-40B4-BE49-F238E27FC236}">
                <a16:creationId xmlns:a16="http://schemas.microsoft.com/office/drawing/2014/main" id="{271E517F-7D77-FEA1-94A2-D8522A1BF181}"/>
              </a:ext>
            </a:extLst>
          </p:cNvPr>
          <p:cNvSpPr/>
          <p:nvPr/>
        </p:nvSpPr>
        <p:spPr>
          <a:xfrm>
            <a:off x="685800" y="46938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4"/>
            </a:solidFill>
            <a:prstDash val="solid"/>
            <a:miter/>
          </a:ln>
        </p:spPr>
        <p:txBody>
          <a:bodyPr rtlCol="0" anchor="ctr"/>
          <a:lstStyle/>
          <a:p>
            <a:pPr algn="l" rtl="0"/>
            <a:endParaRPr lang="en-US"/>
          </a:p>
        </p:txBody>
      </p:sp>
      <p:sp>
        <p:nvSpPr>
          <p:cNvPr id="11" name="Freeform: Shape 10">
            <a:extLst>
              <a:ext uri="{FF2B5EF4-FFF2-40B4-BE49-F238E27FC236}">
                <a16:creationId xmlns:a16="http://schemas.microsoft.com/office/drawing/2014/main" id="{562EAE4C-19D0-A0E4-1FDC-967BD2694E6F}"/>
              </a:ext>
            </a:extLst>
          </p:cNvPr>
          <p:cNvSpPr/>
          <p:nvPr/>
        </p:nvSpPr>
        <p:spPr>
          <a:xfrm>
            <a:off x="10998565" y="44258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4"/>
            </a:solidFill>
            <a:prstDash val="solid"/>
            <a:miter/>
          </a:ln>
        </p:spPr>
        <p:txBody>
          <a:bodyPr rtlCol="0" anchor="ctr"/>
          <a:lstStyle/>
          <a:p>
            <a:pPr algn="l" rtl="0"/>
            <a:endParaRPr lang="en-US"/>
          </a:p>
        </p:txBody>
      </p:sp>
      <p:sp>
        <p:nvSpPr>
          <p:cNvPr id="12" name="Freeform: Shape 11">
            <a:extLst>
              <a:ext uri="{FF2B5EF4-FFF2-40B4-BE49-F238E27FC236}">
                <a16:creationId xmlns:a16="http://schemas.microsoft.com/office/drawing/2014/main" id="{77E35C93-E0FF-6186-7502-985D78DA9B28}"/>
              </a:ext>
            </a:extLst>
          </p:cNvPr>
          <p:cNvSpPr/>
          <p:nvPr/>
        </p:nvSpPr>
        <p:spPr>
          <a:xfrm>
            <a:off x="10976145" y="44258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4"/>
            </a:solidFill>
            <a:prstDash val="solid"/>
            <a:miter/>
          </a:ln>
        </p:spPr>
        <p:txBody>
          <a:bodyPr rtlCol="0" anchor="ctr"/>
          <a:lstStyle/>
          <a:p>
            <a:pPr algn="l" rtl="0"/>
            <a:endParaRPr lang="en-US"/>
          </a:p>
        </p:txBody>
      </p:sp>
      <p:sp>
        <p:nvSpPr>
          <p:cNvPr id="15" name="Title 14">
            <a:extLst>
              <a:ext uri="{FF2B5EF4-FFF2-40B4-BE49-F238E27FC236}">
                <a16:creationId xmlns:a16="http://schemas.microsoft.com/office/drawing/2014/main" id="{D4E889F8-D8CB-1564-17A8-26A2F4258445}"/>
              </a:ext>
            </a:extLst>
          </p:cNvPr>
          <p:cNvSpPr>
            <a:spLocks noGrp="1"/>
          </p:cNvSpPr>
          <p:nvPr>
            <p:ph type="title"/>
          </p:nvPr>
        </p:nvSpPr>
        <p:spPr>
          <a:xfrm>
            <a:off x="612649" y="502546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3" name="Content Placeholder 12">
            <a:extLst>
              <a:ext uri="{FF2B5EF4-FFF2-40B4-BE49-F238E27FC236}">
                <a16:creationId xmlns:a16="http://schemas.microsoft.com/office/drawing/2014/main" id="{13B51AE5-91E2-069A-7DF2-EB394DA25E2D}"/>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lgn="l" rtl="0">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lgn="r" rtl="0">
              <a:defRPr>
                <a:solidFill>
                  <a:schemeClr val="tx1"/>
                </a:solidFill>
              </a:defRPr>
            </a:lvl1pPr>
          </a:lstStyle>
          <a:p>
            <a:fld id="{DCE8854E-90F8-4761-A9B8-18B1C5A3D25C}" type="datetime1">
              <a:rPr lang="en-US" smtClean="0"/>
              <a:pPr/>
              <a:t>11/21/2025</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lgn="r" rtl="0">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51120387"/>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FE73F6F-B481-328B-CE64-8485DC66B8EA}"/>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57D968F-BFC6-694E-9A7C-A113E7DEBF65}"/>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77A14AD-A403-0816-9FED-F4E7BB405B17}"/>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C5DE6E3-5C5B-04A2-6D84-63D852F6062A}"/>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13" name="Title 12">
            <a:extLst>
              <a:ext uri="{FF2B5EF4-FFF2-40B4-BE49-F238E27FC236}">
                <a16:creationId xmlns:a16="http://schemas.microsoft.com/office/drawing/2014/main" id="{6D258FD5-5B6B-DBB1-0F00-D02C71197F95}"/>
              </a:ext>
            </a:extLst>
          </p:cNvPr>
          <p:cNvSpPr>
            <a:spLocks noGrp="1"/>
          </p:cNvSpPr>
          <p:nvPr>
            <p:ph type="title"/>
          </p:nvPr>
        </p:nvSpPr>
        <p:spPr>
          <a:xfrm>
            <a:off x="612648" y="4859867"/>
            <a:ext cx="9144000" cy="1097280"/>
          </a:xfrm>
        </p:spPr>
        <p:txBody>
          <a:bodyPr anchor="t">
            <a:normAutofit/>
          </a:bodyPr>
          <a:lstStyle>
            <a:lvl1pPr>
              <a:lnSpc>
                <a:spcPct val="110000"/>
              </a:lnSpc>
              <a:defRPr sz="1800" cap="none" baseline="0"/>
            </a:lvl1pPr>
          </a:lstStyle>
          <a:p>
            <a:r>
              <a:rPr lang="en-US"/>
              <a:t>Click to edit Master title style</a:t>
            </a:r>
          </a:p>
        </p:txBody>
      </p:sp>
      <p:sp>
        <p:nvSpPr>
          <p:cNvPr id="8" name="Content Placeholder 12">
            <a:extLst>
              <a:ext uri="{FF2B5EF4-FFF2-40B4-BE49-F238E27FC236}">
                <a16:creationId xmlns:a16="http://schemas.microsoft.com/office/drawing/2014/main" id="{196BB08E-5668-89FF-C0AE-D8A83C783F77}"/>
              </a:ext>
            </a:extLst>
          </p:cNvPr>
          <p:cNvSpPr>
            <a:spLocks noGrp="1"/>
          </p:cNvSpPr>
          <p:nvPr>
            <p:ph sz="quarter" idx="15" hasCustomPrompt="1"/>
          </p:nvPr>
        </p:nvSpPr>
        <p:spPr>
          <a:xfrm>
            <a:off x="582484" y="1600199"/>
            <a:ext cx="9171115" cy="3259668"/>
          </a:xfrm>
        </p:spPr>
        <p:txBody>
          <a:bodyPr anchor="ctr">
            <a:noAutofit/>
          </a:bodyPr>
          <a:lstStyle>
            <a:lvl1pPr>
              <a:lnSpc>
                <a:spcPct val="90000"/>
              </a:lnSpc>
              <a:defRPr sz="28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defRPr>
                <a:solidFill>
                  <a:schemeClr val="tx1"/>
                </a:solidFill>
              </a:defRPr>
            </a:lvl1pPr>
          </a:lstStyle>
          <a:p>
            <a:fld id="{53DF09C0-6535-4055-81CC-988E059C8EEC}" type="datetime1">
              <a:rPr lang="en-US" smtClean="0"/>
              <a:t>11/21/2025</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47274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1">
            <a:lumMod val="50000"/>
          </a:schemeClr>
        </a:solidFill>
        <a:effectLst/>
      </p:bgPr>
    </p:bg>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132C402C-8B4C-3690-6875-FE157681B853}"/>
              </a:ext>
            </a:extLst>
          </p:cNvPr>
          <p:cNvSpPr>
            <a:spLocks noGrp="1"/>
          </p:cNvSpPr>
          <p:nvPr>
            <p:ph type="title"/>
          </p:nvPr>
        </p:nvSpPr>
        <p:spPr>
          <a:xfrm>
            <a:off x="612648" y="525780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4" name="Content Placeholder 12">
            <a:extLst>
              <a:ext uri="{FF2B5EF4-FFF2-40B4-BE49-F238E27FC236}">
                <a16:creationId xmlns:a16="http://schemas.microsoft.com/office/drawing/2014/main" id="{C80DC0CF-9044-3D55-7D8F-4CD97232E3E8}"/>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p>
            <a:fld id="{B85187EE-7BBC-405E-B3F5-9C3E88970356}" type="datetime1">
              <a:rPr lang="en-US" smtClean="0"/>
              <a:t>11/21/2025</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6" name="Freeform: Shape 5">
            <a:extLst>
              <a:ext uri="{FF2B5EF4-FFF2-40B4-BE49-F238E27FC236}">
                <a16:creationId xmlns:a16="http://schemas.microsoft.com/office/drawing/2014/main" id="{1B480B90-B64C-0559-ACB2-7DBB57135C77}"/>
              </a:ext>
            </a:extLst>
          </p:cNvPr>
          <p:cNvSpPr/>
          <p:nvPr/>
        </p:nvSpPr>
        <p:spPr>
          <a:xfrm>
            <a:off x="11250895" y="456206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2"/>
            </a:solid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CD2E866D-D29F-1CC5-14B2-BB24F10745FE}"/>
              </a:ext>
            </a:extLst>
          </p:cNvPr>
          <p:cNvSpPr/>
          <p:nvPr/>
        </p:nvSpPr>
        <p:spPr>
          <a:xfrm>
            <a:off x="685800" y="491255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FA0DC7F-E416-CA3E-E389-945D5FA32CC9}"/>
              </a:ext>
            </a:extLst>
          </p:cNvPr>
          <p:cNvSpPr/>
          <p:nvPr/>
        </p:nvSpPr>
        <p:spPr>
          <a:xfrm>
            <a:off x="10998565" y="464449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2D9CC5C-2252-AB09-49B5-FD1BE0E74E30}"/>
              </a:ext>
            </a:extLst>
          </p:cNvPr>
          <p:cNvSpPr/>
          <p:nvPr/>
        </p:nvSpPr>
        <p:spPr>
          <a:xfrm>
            <a:off x="10976145" y="464449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2"/>
            </a:solidFill>
            <a:prstDash val="solid"/>
            <a:miter/>
          </a:ln>
        </p:spPr>
        <p:txBody>
          <a:bodyPr rtlCol="0" anchor="ctr"/>
          <a:lstStyle/>
          <a:p>
            <a:endParaRPr lang="en-US"/>
          </a:p>
        </p:txBody>
      </p:sp>
    </p:spTree>
    <p:extLst>
      <p:ext uri="{BB962C8B-B14F-4D97-AF65-F5344CB8AC3E}">
        <p14:creationId xmlns:p14="http://schemas.microsoft.com/office/powerpoint/2010/main" val="2108005121"/>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979D7E7-81D7-BD45-ADEC-E83F7EF73EC8}"/>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6D6EAAA-843B-4F5B-47BF-3A0B75B59A45}"/>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D5A4CCB8-341A-D7B3-2B2F-C6943129C281}"/>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A1B2662-9528-65C6-986B-EA4135BF4CA6}"/>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685800"/>
            <a:ext cx="10972800" cy="4514529"/>
          </a:xfrm>
        </p:spPr>
        <p:txBody>
          <a:bodyPr anchor="t">
            <a:noAutofit/>
          </a:bodyPr>
          <a:lstStyle>
            <a:lvl1pPr marL="0" indent="0">
              <a:lnSpc>
                <a:spcPct val="90000"/>
              </a:lnSpc>
              <a:buNone/>
              <a:defRPr sz="7000" b="0" i="0" cap="all" baseline="0">
                <a:latin typeface="+mn-lt"/>
              </a:defRPr>
            </a:lvl1pPr>
            <a:lvl2pPr marL="228600" indent="0">
              <a:lnSpc>
                <a:spcPct val="90000"/>
              </a:lnSpc>
              <a:buNone/>
              <a:defRPr sz="7000" b="0" i="0" cap="all" baseline="0">
                <a:latin typeface="+mn-lt"/>
              </a:defRPr>
            </a:lvl2pPr>
            <a:lvl3pPr marL="457200" indent="0">
              <a:lnSpc>
                <a:spcPct val="90000"/>
              </a:lnSpc>
              <a:buNone/>
              <a:defRPr sz="7000" b="0" i="0" cap="all" baseline="0">
                <a:latin typeface="+mn-lt"/>
              </a:defRPr>
            </a:lvl3pPr>
            <a:lvl4pPr marL="685800" indent="0">
              <a:lnSpc>
                <a:spcPct val="90000"/>
              </a:lnSpc>
              <a:buNone/>
              <a:defRPr sz="7000" b="0" i="0" cap="all" baseline="0">
                <a:latin typeface="+mn-lt"/>
              </a:defRPr>
            </a:lvl4pPr>
            <a:lvl5pPr marL="914400" indent="0">
              <a:lnSpc>
                <a:spcPct val="90000"/>
              </a:lnSpc>
              <a:buNone/>
              <a:defRPr sz="7000" b="0" i="0" cap="all" baseline="0">
                <a:latin typeface="+mn-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967A35BA-41D5-4E87-94C2-E365E2A3656B}" type="datetime1">
              <a:rPr lang="en-US" smtClean="0"/>
              <a:t>11/21/2025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51112780"/>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0572EAA-9C03-6737-7961-89F7D9E127AC}"/>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D2A1F66-1FB1-8357-178D-CB1C0F8B7E56}"/>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D8E75-63C0-8CE8-7E5A-37E4E429140F}"/>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9DF1B2A2-FEB2-CC42-0F0F-71CD13535424}"/>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85800"/>
            <a:ext cx="10972800" cy="4572000"/>
          </a:xfrm>
        </p:spPr>
        <p:txBody>
          <a:bodyPr vert="horz" lIns="91440" tIns="45720" rIns="91440" bIns="45720" rtlCol="0" anchor="t">
            <a:noAutofit/>
          </a:bodyPr>
          <a:lstStyle>
            <a:lvl1pPr marL="0" indent="0">
              <a:lnSpc>
                <a:spcPct val="90000"/>
              </a:lnSpc>
              <a:buNone/>
              <a:defRPr lang="en-US" sz="7000" b="0" i="0" cap="all" baseline="0" dirty="0">
                <a:latin typeface="+mn-lt"/>
              </a:defRPr>
            </a:lvl1pPr>
            <a:lvl2pPr marL="228600" indent="0">
              <a:lnSpc>
                <a:spcPct val="90000"/>
              </a:lnSpc>
              <a:buNone/>
              <a:defRPr lang="en-US" sz="7000" b="0" i="0" cap="all" baseline="0" dirty="0">
                <a:latin typeface="+mn-lt"/>
              </a:defRPr>
            </a:lvl2pPr>
            <a:lvl3pPr marL="457200" indent="0">
              <a:lnSpc>
                <a:spcPct val="90000"/>
              </a:lnSpc>
              <a:buNone/>
              <a:defRPr lang="en-US" sz="7000" b="0" i="0" cap="all" baseline="0" dirty="0">
                <a:latin typeface="+mn-lt"/>
              </a:defRPr>
            </a:lvl3pPr>
            <a:lvl4pPr marL="685800" indent="0">
              <a:lnSpc>
                <a:spcPct val="90000"/>
              </a:lnSpc>
              <a:buNone/>
              <a:defRPr lang="en-US" sz="7000" b="0" i="0" cap="all" baseline="0" dirty="0">
                <a:latin typeface="+mn-lt"/>
              </a:defRPr>
            </a:lvl4pPr>
            <a:lvl5pPr marL="914400" indent="0">
              <a:lnSpc>
                <a:spcPct val="90000"/>
              </a:lnSpc>
              <a:buNone/>
              <a:defRPr lang="en-US" sz="7000" b="0" i="0" cap="all" baseline="0" dirty="0">
                <a:latin typeface="+mn-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DA4345C7-9F39-4767-92C9-EBF29396D0A9}" type="datetime1">
              <a:rPr lang="en-US" smtClean="0"/>
              <a:t>11/21/2025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94551634"/>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2"/>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22479" y="685800"/>
            <a:ext cx="9140953" cy="2699775"/>
          </a:xfrm>
        </p:spPr>
        <p:txBody>
          <a:bodyPr anchor="t">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4A6891D2-C712-4357-A4F9-7362E459A272}" type="datetime1">
              <a:rPr lang="en-US" smtClean="0"/>
              <a:pPr/>
              <a:t>11/21/2025</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8" name="Freeform: Shape 7">
            <a:extLst>
              <a:ext uri="{FF2B5EF4-FFF2-40B4-BE49-F238E27FC236}">
                <a16:creationId xmlns:a16="http://schemas.microsoft.com/office/drawing/2014/main" id="{FE594965-EF4A-40C0-FED1-CF5564CED970}"/>
              </a:ext>
            </a:extLst>
          </p:cNvPr>
          <p:cNvSpPr/>
          <p:nvPr/>
        </p:nvSpPr>
        <p:spPr>
          <a:xfrm>
            <a:off x="11250895" y="456206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69DE90F9-432C-AEEC-88D5-177A0E299391}"/>
              </a:ext>
            </a:extLst>
          </p:cNvPr>
          <p:cNvSpPr/>
          <p:nvPr/>
        </p:nvSpPr>
        <p:spPr>
          <a:xfrm>
            <a:off x="685800" y="491255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78ECD3CD-C697-A46B-71F2-D64BD77C395C}"/>
              </a:ext>
            </a:extLst>
          </p:cNvPr>
          <p:cNvSpPr/>
          <p:nvPr/>
        </p:nvSpPr>
        <p:spPr>
          <a:xfrm>
            <a:off x="10998565" y="464449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46793A7-6512-567E-DAFF-BB4A63B89DC3}"/>
              </a:ext>
            </a:extLst>
          </p:cNvPr>
          <p:cNvSpPr/>
          <p:nvPr/>
        </p:nvSpPr>
        <p:spPr>
          <a:xfrm>
            <a:off x="10976145" y="464449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6" name="Title 5">
            <a:extLst>
              <a:ext uri="{FF2B5EF4-FFF2-40B4-BE49-F238E27FC236}">
                <a16:creationId xmlns:a16="http://schemas.microsoft.com/office/drawing/2014/main" id="{A66A0D5A-6B2D-15B8-4FC0-30535DF01217}"/>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a:t>Quote Author</a:t>
            </a:r>
          </a:p>
        </p:txBody>
      </p:sp>
    </p:spTree>
    <p:extLst>
      <p:ext uri="{BB962C8B-B14F-4D97-AF65-F5344CB8AC3E}">
        <p14:creationId xmlns:p14="http://schemas.microsoft.com/office/powerpoint/2010/main" val="179918211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4"/>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D86F34B-87C2-AC58-5483-78C0E5DB477C}"/>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B6B59A7-7C3C-7431-CC9A-51EFBA257959}"/>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2D0661-BB9A-E751-A4EB-2C95BF96A560}"/>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bg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09A5AB9-86E5-2BD1-8EFC-49C204619282}"/>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bg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7" y="1600200"/>
            <a:ext cx="10055353" cy="3657601"/>
          </a:xfrm>
        </p:spPr>
        <p:txBody>
          <a:bodyPr anchor="b">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234566FD-24FB-4338-A35C-D9AE347B4F66}" type="datetime1">
              <a:rPr lang="en-US" smtClean="0"/>
              <a:pPr/>
              <a:t>11/21/2025</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5">
            <a:extLst>
              <a:ext uri="{FF2B5EF4-FFF2-40B4-BE49-F238E27FC236}">
                <a16:creationId xmlns:a16="http://schemas.microsoft.com/office/drawing/2014/main" id="{A4A8879E-F637-BA38-C325-517B59E125EE}"/>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a:t>Quote Author</a:t>
            </a:r>
          </a:p>
        </p:txBody>
      </p:sp>
    </p:spTree>
    <p:extLst>
      <p:ext uri="{BB962C8B-B14F-4D97-AF65-F5344CB8AC3E}">
        <p14:creationId xmlns:p14="http://schemas.microsoft.com/office/powerpoint/2010/main" val="2160219630"/>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0ED10B2-4172-93C9-B408-242DDBA504A8}"/>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CF4AA95-C597-81F0-35EA-96B5BA7A12BB}"/>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37871-D86F-9BA6-1D96-9B3392C2F247}"/>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B203EFA-FE43-9B63-5768-4A3FD1509639}"/>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868680"/>
            <a:ext cx="9140952" cy="3660746"/>
          </a:xfrm>
        </p:spPr>
        <p:txBody>
          <a:bodyPr anchor="ctr">
            <a:noAutofit/>
          </a:bodyPr>
          <a:lstStyle>
            <a:lvl1pPr marL="164592" indent="-164592">
              <a:lnSpc>
                <a:spcPct val="110000"/>
              </a:lnSpc>
              <a:spcBef>
                <a:spcPts val="0"/>
              </a:spcBef>
              <a:buNone/>
              <a:defRPr sz="5400" b="0" i="0" cap="all" baseline="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02BF1DD-1BF4-406D-9906-B4846BCC8D55}" type="datetime1">
              <a:rPr lang="en-US" smtClean="0"/>
              <a:pPr/>
              <a:t>11/21/2025</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12">
            <a:extLst>
              <a:ext uri="{FF2B5EF4-FFF2-40B4-BE49-F238E27FC236}">
                <a16:creationId xmlns:a16="http://schemas.microsoft.com/office/drawing/2014/main" id="{F259B8E5-883A-B6CE-4C6C-F6F48B038CDE}"/>
              </a:ext>
            </a:extLst>
          </p:cNvPr>
          <p:cNvSpPr>
            <a:spLocks noGrp="1"/>
          </p:cNvSpPr>
          <p:nvPr>
            <p:ph type="title" hasCustomPrompt="1"/>
          </p:nvPr>
        </p:nvSpPr>
        <p:spPr>
          <a:xfrm>
            <a:off x="612648" y="4617720"/>
            <a:ext cx="9140951" cy="788609"/>
          </a:xfrm>
        </p:spPr>
        <p:txBody>
          <a:bodyPr anchor="t">
            <a:normAutofit/>
          </a:bodyPr>
          <a:lstStyle>
            <a:lvl1pPr>
              <a:lnSpc>
                <a:spcPct val="120000"/>
              </a:lnSpc>
              <a:defRPr sz="1800" cap="none" baseline="0">
                <a:solidFill>
                  <a:schemeClr val="bg2"/>
                </a:solidFill>
              </a:defRPr>
            </a:lvl1pPr>
          </a:lstStyle>
          <a:p>
            <a:r>
              <a:rPr lang="en-US"/>
              <a:t>Quote Author</a:t>
            </a:r>
          </a:p>
        </p:txBody>
      </p:sp>
    </p:spTree>
    <p:extLst>
      <p:ext uri="{BB962C8B-B14F-4D97-AF65-F5344CB8AC3E}">
        <p14:creationId xmlns:p14="http://schemas.microsoft.com/office/powerpoint/2010/main" val="22918804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1133170"/>
          </a:xfrm>
        </p:spPr>
        <p:txBody>
          <a:bodyPr anchor="b">
            <a:noAutofit/>
          </a:bodyPr>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965960"/>
            <a:ext cx="5074920"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470969" y="1965960"/>
            <a:ext cx="5075237"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CD0A52C9-A7D6-4EB8-8F3D-1519181DDC1D}" type="datetime1">
              <a:rPr lang="en-US" smtClean="0"/>
              <a:t>11/21/2025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9024391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FA77448-F1DA-CAC1-9B05-8F5CE65586ED}"/>
              </a:ext>
            </a:extLst>
          </p:cNvPr>
          <p:cNvSpPr>
            <a:spLocks noGrp="1"/>
          </p:cNvSpPr>
          <p:nvPr>
            <p:ph type="title"/>
          </p:nvPr>
        </p:nvSpPr>
        <p:spPr>
          <a:xfrm>
            <a:off x="612647" y="685800"/>
            <a:ext cx="10963655" cy="1133170"/>
          </a:xfrm>
        </p:spPr>
        <p:txBody>
          <a:bodyPr anchor="b">
            <a:noAutofit/>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40080" y="1878566"/>
            <a:ext cx="5074920"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97572" y="1878566"/>
            <a:ext cx="5075556"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514600"/>
            <a:ext cx="5075238"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497572" y="2514600"/>
            <a:ext cx="5075556"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noAutofit/>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noAutofit/>
          </a:bodyPr>
          <a:lstStyle/>
          <a:p>
            <a:fld id="{2E9CE581-A048-42A8-B14C-488A3338D2F0}" type="datetime1">
              <a:rPr lang="en-US" smtClean="0"/>
              <a:t>11/21/2025</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8535362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F5184-1DAA-DFF4-A408-3D5DD1517148}"/>
              </a:ext>
            </a:extLst>
          </p:cNvPr>
          <p:cNvSpPr>
            <a:spLocks noGrp="1"/>
          </p:cNvSpPr>
          <p:nvPr>
            <p:ph type="title"/>
          </p:nvPr>
        </p:nvSpPr>
        <p:spPr>
          <a:xfrm>
            <a:off x="612647" y="685800"/>
            <a:ext cx="10963655" cy="1133170"/>
          </a:xfrm>
        </p:spPr>
        <p:txBody>
          <a:bodyPr anchor="b">
            <a:noAutofit/>
          </a:body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fld id="{F37B15FB-E45F-4977-9C40-BB6531CE6EA6}" type="datetime1">
              <a:rPr lang="en-US" smtClean="0"/>
              <a:t>11/21/2025</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815250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noAutofit/>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noAutofit/>
          </a:bodyPr>
          <a:lstStyle/>
          <a:p>
            <a:fld id="{18922BC5-E711-4A36-A80E-0A418F83672D}" type="datetime1">
              <a:rPr lang="en-US" smtClean="0"/>
              <a:t>11/21/2025</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2599015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A9EA653-B766-E096-036C-1C173E2991BD}"/>
              </a:ext>
            </a:extLst>
          </p:cNvPr>
          <p:cNvSpPr>
            <a:spLocks noGrp="1"/>
          </p:cNvSpPr>
          <p:nvPr>
            <p:ph type="title"/>
          </p:nvPr>
        </p:nvSpPr>
        <p:spPr>
          <a:xfrm>
            <a:off x="612647" y="685800"/>
            <a:ext cx="3654553" cy="3643916"/>
          </a:xfrm>
        </p:spPr>
        <p:txBody>
          <a:bodyPr anchor="t">
            <a:noAutofit/>
          </a:bodyPr>
          <a:lstStyle>
            <a:lvl1pPr>
              <a:defRPr sz="5400"/>
            </a:lvl1pPr>
          </a:lstStyle>
          <a:p>
            <a:r>
              <a:rPr lang="en-US"/>
              <a:t>Click to edit Master title style</a:t>
            </a:r>
          </a:p>
        </p:txBody>
      </p:sp>
      <p:sp>
        <p:nvSpPr>
          <p:cNvPr id="9" name="Text Placeholder 3">
            <a:extLst>
              <a:ext uri="{FF2B5EF4-FFF2-40B4-BE49-F238E27FC236}">
                <a16:creationId xmlns:a16="http://schemas.microsoft.com/office/drawing/2014/main" id="{31845593-CC30-27D6-3F82-E2BA784C49F2}"/>
              </a:ext>
            </a:extLst>
          </p:cNvPr>
          <p:cNvSpPr>
            <a:spLocks noGrp="1"/>
          </p:cNvSpPr>
          <p:nvPr>
            <p:ph type="body" sz="half" idx="2"/>
          </p:nvPr>
        </p:nvSpPr>
        <p:spPr>
          <a:xfrm>
            <a:off x="612647" y="4526280"/>
            <a:ext cx="3654553" cy="1621111"/>
          </a:xfrm>
        </p:spPr>
        <p:txBody>
          <a:bodyPr anchor="b">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76801" y="685800"/>
            <a:ext cx="6699502" cy="5486400"/>
          </a:xfrm>
        </p:spPr>
        <p:txBody>
          <a:bodyPr vert="horz" lIns="91440" tIns="45720" rIns="91440" bIns="4572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noAutofit/>
          </a:bodyPr>
          <a:lstStyle/>
          <a:p>
            <a:fld id="{81D94988-488B-40CC-9623-27A54F95F7B4}" type="datetime1">
              <a:rPr lang="en-US" smtClean="0"/>
              <a:t>11/21/2025</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27365434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7" y="685800"/>
            <a:ext cx="3654553" cy="3643916"/>
          </a:xfrm>
        </p:spPr>
        <p:txBody>
          <a:bodyPr anchor="t">
            <a:noAutofit/>
          </a:bodyPr>
          <a:lstStyle>
            <a:lvl1pPr>
              <a:defRPr sz="54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7" y="4526280"/>
            <a:ext cx="3654553" cy="1621111"/>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872039" y="685800"/>
            <a:ext cx="6699502" cy="5442639"/>
          </a:xfrm>
          <a:blipFill>
            <a:blip r:embed="rId2">
              <a:alphaModFix amt="6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noAutofit/>
          </a:bodyPr>
          <a:lstStyle/>
          <a:p>
            <a:fld id="{FA3C7011-18F0-49E4-85C9-3E22BE44E3EB}" type="datetime1">
              <a:rPr lang="en-US" smtClean="0"/>
              <a:t>11/21/2025</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5318831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72800" cy="1828800"/>
          </a:xfrm>
        </p:spPr>
        <p:txBody>
          <a:bodyPr anchor="b">
            <a:noAutofit/>
          </a:bodyPr>
          <a:lstStyle>
            <a:lvl1pPr>
              <a:defRPr sz="90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10972800" cy="2743198"/>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A07EC6D5-3C89-D412-4A74-4DD843571D29}"/>
              </a:ext>
            </a:extLst>
          </p:cNvPr>
          <p:cNvCxnSpPr/>
          <p:nvPr userDrawn="1"/>
        </p:nvCxnSpPr>
        <p:spPr>
          <a:xfrm>
            <a:off x="621792" y="2895600"/>
            <a:ext cx="10963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8B1E6060-C53E-4F28-8D83-0C4FB26C4A3F}" type="datetime1">
              <a:rPr lang="en-US" smtClean="0"/>
              <a:t>11/21/2025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94120587"/>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FAB975A1-C2E9-D1D4-3C6F-7296B13798B1}"/>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243F218-F67B-B464-9035-A6AA389E6224}"/>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61F0E05A-E796-C1AE-DCB2-706459874FC1}"/>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C863187-9C01-45D7-5737-0DEACAA80C83}"/>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8226424" cy="3725056"/>
          </a:xfrm>
        </p:spPr>
        <p:txBody>
          <a:bodyPr anchor="b">
            <a:noAutofit/>
          </a:bodyPr>
          <a:lstStyle>
            <a:lvl1pPr>
              <a:defRPr sz="9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7" y="4572000"/>
            <a:ext cx="8226424" cy="1608008"/>
          </a:xfrm>
        </p:spPr>
        <p:txBody>
          <a:bodyPr>
            <a:noAutofit/>
          </a:bodyPr>
          <a:lstStyle>
            <a:lvl1pPr marL="0" indent="0">
              <a:buNone/>
              <a:defRPr sz="1800"/>
            </a:lvl1pPr>
            <a:lvl2pPr marL="228600" indent="0">
              <a:buNone/>
              <a:defRPr sz="1800"/>
            </a:lvl2pPr>
            <a:lvl3pPr marL="457200" indent="0">
              <a:buNone/>
              <a:defRPr sz="1800"/>
            </a:lvl3pPr>
            <a:lvl4pPr marL="685800" indent="0">
              <a:buNone/>
              <a:defRPr sz="1800"/>
            </a:lvl4pPr>
            <a:lvl5pPr marL="914400" indent="0">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1D3D1E3E-5DD4-4BAD-A138-1254BF94C224}" type="datetime1">
              <a:rPr lang="en-US" smtClean="0"/>
              <a:t>11/21/2025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91053645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85799"/>
            <a:ext cx="10963655" cy="914401"/>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600200"/>
            <a:ext cx="10963656" cy="4572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normAutofit/>
          </a:bodyPr>
          <a:lstStyle>
            <a:lvl1pPr algn="l" rtl="0">
              <a:defRPr sz="800" b="0" i="0" cap="all" baseline="0">
                <a:solidFill>
                  <a:schemeClr val="tx1"/>
                </a:solidFill>
                <a:latin typeface="+mn-lt"/>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7DF4F7BB-A1DF-4BD2-8D5B-CA9EB40127CE}" type="datetime1">
              <a:rPr lang="en-US" smtClean="0"/>
              <a:pPr/>
              <a:t>11/21/2025</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89949673"/>
      </p:ext>
    </p:extLst>
  </p:cSld>
  <p:clrMap bg1="lt1" tx1="dk1" bg2="lt2" tx2="dk2" accent1="accent1" accent2="accent2" accent3="accent3" accent4="accent4" accent5="accent5" accent6="accent6" hlink="hlink" folHlink="folHlink"/>
  <p:sldLayoutIdLst>
    <p:sldLayoutId id="2147484119" r:id="rId1"/>
    <p:sldLayoutId id="2147484115" r:id="rId2"/>
    <p:sldLayoutId id="2147484114" r:id="rId3"/>
    <p:sldLayoutId id="2147484116" r:id="rId4"/>
    <p:sldLayoutId id="2147484117" r:id="rId5"/>
    <p:sldLayoutId id="2147484118" r:id="rId6"/>
    <p:sldLayoutId id="2147484120" r:id="rId7"/>
    <p:sldLayoutId id="2147484121" r:id="rId8"/>
    <p:sldLayoutId id="2147484122" r:id="rId9"/>
    <p:sldLayoutId id="2147484169" r:id="rId10"/>
    <p:sldLayoutId id="2147484124" r:id="rId11"/>
    <p:sldLayoutId id="2147484125" r:id="rId12"/>
    <p:sldLayoutId id="2147484126" r:id="rId13"/>
    <p:sldLayoutId id="2147484127" r:id="rId14"/>
    <p:sldLayoutId id="2147484128" r:id="rId15"/>
    <p:sldLayoutId id="2147484129" r:id="rId16"/>
    <p:sldLayoutId id="2147484130" r:id="rId17"/>
    <p:sldLayoutId id="2147484131" r:id="rId18"/>
    <p:sldLayoutId id="2147484132" r:id="rId19"/>
    <p:sldLayoutId id="2147484133" r:id="rId20"/>
    <p:sldLayoutId id="2147484134" r:id="rId21"/>
    <p:sldLayoutId id="2147484135" r:id="rId22"/>
    <p:sldLayoutId id="2147484136" r:id="rId23"/>
    <p:sldLayoutId id="2147484137" r:id="rId24"/>
    <p:sldLayoutId id="2147484138" r:id="rId25"/>
    <p:sldLayoutId id="2147484139" r:id="rId26"/>
    <p:sldLayoutId id="2147484140" r:id="rId27"/>
    <p:sldLayoutId id="2147484141" r:id="rId28"/>
    <p:sldLayoutId id="2147484142" r:id="rId29"/>
    <p:sldLayoutId id="2147484143" r:id="rId30"/>
    <p:sldLayoutId id="2147484144" r:id="rId31"/>
    <p:sldLayoutId id="2147484145" r:id="rId32"/>
    <p:sldLayoutId id="2147484146" r:id="rId33"/>
    <p:sldLayoutId id="2147484147" r:id="rId34"/>
    <p:sldLayoutId id="2147484148" r:id="rId35"/>
    <p:sldLayoutId id="2147484149" r:id="rId36"/>
    <p:sldLayoutId id="2147484150" r:id="rId37"/>
    <p:sldLayoutId id="2147484152" r:id="rId38"/>
    <p:sldLayoutId id="2147484153" r:id="rId39"/>
    <p:sldLayoutId id="2147484157" r:id="rId40"/>
    <p:sldLayoutId id="2147484158" r:id="rId41"/>
    <p:sldLayoutId id="2147484159" r:id="rId42"/>
    <p:sldLayoutId id="2147484160" r:id="rId43"/>
    <p:sldLayoutId id="2147484161" r:id="rId44"/>
    <p:sldLayoutId id="2147484162" r:id="rId45"/>
    <p:sldLayoutId id="2147484163" r:id="rId46"/>
    <p:sldLayoutId id="2147484164" r:id="rId47"/>
    <p:sldLayoutId id="2147484165" r:id="rId48"/>
    <p:sldLayoutId id="2147484166" r:id="rId49"/>
    <p:sldLayoutId id="2147484167" r:id="rId50"/>
    <p:sldLayoutId id="2147484168" r:id="rId51"/>
  </p:sldLayoutIdLst>
  <p:hf sldNum="0" hdr="0" ftr="0" dt="0"/>
  <p:txStyles>
    <p:titleStyle>
      <a:lvl1pPr algn="l" defTabSz="914400" rtl="0" eaLnBrk="1" latinLnBrk="0" hangingPunct="1">
        <a:lnSpc>
          <a:spcPct val="80000"/>
        </a:lnSpc>
        <a:spcBef>
          <a:spcPct val="0"/>
        </a:spcBef>
        <a:buNone/>
        <a:defRPr sz="5400" b="0" i="0" kern="1200" cap="all" spc="0" baseline="0">
          <a:solidFill>
            <a:schemeClr val="tx2"/>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2"/>
          </a:solidFill>
          <a:latin typeface="+mn-lt"/>
          <a:ea typeface="+mn-ea"/>
          <a:cs typeface="+mn-cs"/>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2"/>
          </a:solidFill>
          <a:latin typeface="+mn-lt"/>
          <a:ea typeface="+mn-ea"/>
          <a:cs typeface="+mn-cs"/>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3pPr>
      <a:lvl4pPr marL="6858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4pPr>
      <a:lvl5pPr marL="9144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7" orient="horz" pos="2160">
          <p15:clr>
            <a:srgbClr val="F26B43"/>
          </p15:clr>
        </p15:guide>
        <p15:guide id="28" pos="3840">
          <p15:clr>
            <a:srgbClr val="F26B43"/>
          </p15:clr>
        </p15:guide>
        <p15:guide id="29" pos="7296">
          <p15:clr>
            <a:srgbClr val="F26B43"/>
          </p15:clr>
        </p15:guide>
        <p15:guide id="30" pos="3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1.xml"/><Relationship Id="rId5" Type="http://schemas.openxmlformats.org/officeDocument/2006/relationships/image" Target="../media/image13.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8.xml"/><Relationship Id="rId1" Type="http://schemas.openxmlformats.org/officeDocument/2006/relationships/slideLayout" Target="../slideLayouts/slideLayout21.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D3844-F818-58B4-2FD6-F15161BF8F3A}"/>
              </a:ext>
            </a:extLst>
          </p:cNvPr>
          <p:cNvSpPr>
            <a:spLocks noGrp="1"/>
          </p:cNvSpPr>
          <p:nvPr>
            <p:ph type="ctrTitle"/>
          </p:nvPr>
        </p:nvSpPr>
        <p:spPr>
          <a:xfrm>
            <a:off x="6704076" y="685801"/>
            <a:ext cx="4872227" cy="2743200"/>
          </a:xfrm>
        </p:spPr>
        <p:txBody>
          <a:bodyPr anchor="t">
            <a:normAutofit/>
          </a:bodyPr>
          <a:lstStyle/>
          <a:p>
            <a:r>
              <a:rPr lang="en-US" sz="4400"/>
              <a:t>Robotics Adoption &amp; Industry Impact (2015–2023)</a:t>
            </a:r>
          </a:p>
        </p:txBody>
      </p:sp>
      <p:sp>
        <p:nvSpPr>
          <p:cNvPr id="3" name="Subtitle 2">
            <a:extLst>
              <a:ext uri="{FF2B5EF4-FFF2-40B4-BE49-F238E27FC236}">
                <a16:creationId xmlns:a16="http://schemas.microsoft.com/office/drawing/2014/main" id="{40CB34F9-FC7A-B09F-1259-2F0139970458}"/>
              </a:ext>
            </a:extLst>
          </p:cNvPr>
          <p:cNvSpPr>
            <a:spLocks noGrp="1"/>
          </p:cNvSpPr>
          <p:nvPr>
            <p:ph type="subTitle" idx="1"/>
          </p:nvPr>
        </p:nvSpPr>
        <p:spPr>
          <a:xfrm>
            <a:off x="6702552" y="5075842"/>
            <a:ext cx="4873752" cy="894639"/>
          </a:xfrm>
        </p:spPr>
        <p:txBody>
          <a:bodyPr anchor="t">
            <a:normAutofit/>
          </a:bodyPr>
          <a:lstStyle/>
          <a:p>
            <a:r>
              <a:rPr lang="en-US">
                <a:solidFill>
                  <a:srgbClr val="F6F2E6"/>
                </a:solidFill>
                <a:latin typeface="Bahnschrift SemiLight"/>
                <a:ea typeface="Calibri"/>
                <a:cs typeface="Calibri"/>
              </a:rPr>
              <a:t>Insights on Productivity, CostSavings, Workforce Impact on Robotics Technology</a:t>
            </a:r>
            <a:endParaRPr lang="en-US"/>
          </a:p>
        </p:txBody>
      </p:sp>
      <p:pic>
        <p:nvPicPr>
          <p:cNvPr id="6" name="Picture 5" descr="A cartoon robot with a square head&#10;&#10;AI-generated content may be incorrect.">
            <a:extLst>
              <a:ext uri="{FF2B5EF4-FFF2-40B4-BE49-F238E27FC236}">
                <a16:creationId xmlns:a16="http://schemas.microsoft.com/office/drawing/2014/main" id="{B3B405DA-250B-F870-64DA-B48E8EE83A63}"/>
              </a:ext>
            </a:extLst>
          </p:cNvPr>
          <p:cNvPicPr>
            <a:picLocks noChangeAspect="1"/>
          </p:cNvPicPr>
          <p:nvPr/>
        </p:nvPicPr>
        <p:blipFill>
          <a:blip r:embed="rId3"/>
          <a:srcRect l="3585" r="7527"/>
          <a:stretch>
            <a:fillRect/>
          </a:stretch>
        </p:blipFill>
        <p:spPr>
          <a:xfrm>
            <a:off x="20" y="10"/>
            <a:ext cx="6095980" cy="6857990"/>
          </a:xfrm>
          <a:prstGeom prst="rect">
            <a:avLst/>
          </a:prstGeom>
          <a:noFill/>
        </p:spPr>
      </p:pic>
    </p:spTree>
    <p:extLst>
      <p:ext uri="{BB962C8B-B14F-4D97-AF65-F5344CB8AC3E}">
        <p14:creationId xmlns:p14="http://schemas.microsoft.com/office/powerpoint/2010/main" val="657810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45708-D87D-5805-09DE-40A77B06328A}"/>
              </a:ext>
            </a:extLst>
          </p:cNvPr>
          <p:cNvSpPr>
            <a:spLocks noGrp="1"/>
          </p:cNvSpPr>
          <p:nvPr>
            <p:ph type="title"/>
          </p:nvPr>
        </p:nvSpPr>
        <p:spPr>
          <a:xfrm>
            <a:off x="7010400" y="685800"/>
            <a:ext cx="4561665" cy="1371264"/>
          </a:xfrm>
        </p:spPr>
        <p:txBody>
          <a:bodyPr anchor="b">
            <a:normAutofit/>
          </a:bodyPr>
          <a:lstStyle/>
          <a:p>
            <a:r>
              <a:rPr lang="en-US" sz="5000"/>
              <a:t>Introduction &amp; Context</a:t>
            </a:r>
          </a:p>
        </p:txBody>
      </p:sp>
      <p:pic>
        <p:nvPicPr>
          <p:cNvPr id="5" name="Content Placeholder 4" descr="Robotic arms">
            <a:extLst>
              <a:ext uri="{FF2B5EF4-FFF2-40B4-BE49-F238E27FC236}">
                <a16:creationId xmlns:a16="http://schemas.microsoft.com/office/drawing/2014/main" id="{056838E3-5874-4FF6-8655-EF53E55A09C9}"/>
              </a:ext>
            </a:extLst>
          </p:cNvPr>
          <p:cNvPicPr>
            <a:picLocks noGrp="1" noChangeAspect="1"/>
          </p:cNvPicPr>
          <p:nvPr>
            <p:ph type="pic" sz="quarter" idx="15"/>
          </p:nvPr>
        </p:nvPicPr>
        <p:blipFill>
          <a:blip r:embed="rId3"/>
          <a:srcRect l="10866" r="24605"/>
          <a:stretch>
            <a:fillRect/>
          </a:stretch>
        </p:blipFill>
        <p:spPr>
          <a:xfrm>
            <a:off x="1" y="10"/>
            <a:ext cx="6390464" cy="6857990"/>
          </a:xfrm>
          <a:prstGeom prst="rect">
            <a:avLst/>
          </a:prstGeom>
          <a:noFill/>
        </p:spPr>
      </p:pic>
      <p:sp>
        <p:nvSpPr>
          <p:cNvPr id="4" name="Content Placeholder 3">
            <a:extLst>
              <a:ext uri="{FF2B5EF4-FFF2-40B4-BE49-F238E27FC236}">
                <a16:creationId xmlns:a16="http://schemas.microsoft.com/office/drawing/2014/main" id="{25EB7BEA-46A1-292C-0DCE-CA0FF8E6440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20736" y="2286000"/>
            <a:ext cx="4561665" cy="3886200"/>
          </a:xfrm>
        </p:spPr>
        <p:txBody>
          <a:bodyPr>
            <a:normAutofit/>
          </a:bodyPr>
          <a:lstStyle/>
          <a:p>
            <a:pPr marL="0" indent="0">
              <a:spcBef>
                <a:spcPts val="2500"/>
              </a:spcBef>
              <a:buFont typeface="Arial" panose="020B0604020202020204" pitchFamily="34" charset="0"/>
              <a:buNone/>
            </a:pPr>
            <a:r>
              <a:rPr lang="en-US" b="1"/>
              <a:t>Robotics Impact Metrics</a:t>
            </a:r>
          </a:p>
          <a:p>
            <a:pPr marL="0" lvl="1" indent="0">
              <a:buFont typeface="Arial" panose="020B0604020202020204" pitchFamily="34" charset="0"/>
              <a:buNone/>
            </a:pPr>
            <a:r>
              <a:t>Key metrics include Robots Adopted, Productivity Gain, Cost Savings, and Jobs Displaced from robotics implementation.</a:t>
            </a:r>
            <a:endParaRPr lang="en-US"/>
          </a:p>
          <a:p>
            <a:pPr marL="0" indent="0">
              <a:spcBef>
                <a:spcPts val="2500"/>
              </a:spcBef>
              <a:buFont typeface="Arial" panose="020B0604020202020204" pitchFamily="34" charset="0"/>
              <a:buNone/>
            </a:pPr>
            <a:r>
              <a:rPr lang="en-US" b="1"/>
              <a:t>Industry Transformation</a:t>
            </a:r>
          </a:p>
          <a:p>
            <a:pPr marL="0" lvl="1" indent="0">
              <a:buFont typeface="Arial" panose="020B0604020202020204" pitchFamily="34" charset="0"/>
              <a:buNone/>
            </a:pPr>
            <a:r>
              <a:t>Robotics enhances operational efficiency and reduces costs across manufacturing, healthcare, and logistics sectors.</a:t>
            </a:r>
            <a:endParaRPr lang="en-US"/>
          </a:p>
          <a:p>
            <a:pPr marL="0" indent="0">
              <a:spcBef>
                <a:spcPts val="2500"/>
              </a:spcBef>
              <a:buFont typeface="Arial" panose="020B0604020202020204" pitchFamily="34" charset="0"/>
              <a:buNone/>
            </a:pPr>
            <a:r>
              <a:rPr lang="en-US" b="1"/>
              <a:t>Strategic Opportunities and Challenges</a:t>
            </a:r>
          </a:p>
          <a:p>
            <a:pPr marL="0" lvl="1" indent="0">
              <a:buFont typeface="Arial" panose="020B0604020202020204" pitchFamily="34" charset="0"/>
              <a:buNone/>
            </a:pPr>
            <a:r>
              <a:t>Understanding benefits and challenges helps identify strategic opportunities for robotics adoption in evolving industries.</a:t>
            </a:r>
            <a:endParaRPr lang="en-US"/>
          </a:p>
        </p:txBody>
      </p:sp>
    </p:spTree>
    <p:extLst>
      <p:ext uri="{BB962C8B-B14F-4D97-AF65-F5344CB8AC3E}">
        <p14:creationId xmlns:p14="http://schemas.microsoft.com/office/powerpoint/2010/main" val="10539867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033B9-97E4-5480-6A69-869A17620F74}"/>
              </a:ext>
            </a:extLst>
          </p:cNvPr>
          <p:cNvSpPr>
            <a:spLocks noGrp="1"/>
          </p:cNvSpPr>
          <p:nvPr>
            <p:ph type="title"/>
          </p:nvPr>
        </p:nvSpPr>
        <p:spPr>
          <a:xfrm>
            <a:off x="612647" y="685800"/>
            <a:ext cx="6858000" cy="1111532"/>
          </a:xfrm>
        </p:spPr>
        <p:txBody>
          <a:bodyPr anchor="b">
            <a:normAutofit/>
          </a:bodyPr>
          <a:lstStyle/>
          <a:p>
            <a:r>
              <a:rPr lang="en-US" sz="3800"/>
              <a:t>Why This Analysis Matters</a:t>
            </a:r>
          </a:p>
        </p:txBody>
      </p:sp>
      <p:sp>
        <p:nvSpPr>
          <p:cNvPr id="4" name="Content Placeholder 3">
            <a:extLst>
              <a:ext uri="{FF2B5EF4-FFF2-40B4-BE49-F238E27FC236}">
                <a16:creationId xmlns:a16="http://schemas.microsoft.com/office/drawing/2014/main" id="{72C7C6D7-7072-69F9-DAA9-FFB5D249065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65960"/>
            <a:ext cx="6858000" cy="4200198"/>
          </a:xfrm>
        </p:spPr>
        <p:txBody>
          <a:bodyPr>
            <a:normAutofit/>
          </a:bodyPr>
          <a:lstStyle/>
          <a:p>
            <a:pPr marL="0" indent="0">
              <a:spcBef>
                <a:spcPts val="2500"/>
              </a:spcBef>
              <a:buFont typeface="Arial" panose="020B0604020202020204" pitchFamily="34" charset="0"/>
              <a:buNone/>
            </a:pPr>
            <a:r>
              <a:rPr lang="en-US" b="1"/>
              <a:t>Robotic Adoption and Productivity</a:t>
            </a:r>
          </a:p>
          <a:p>
            <a:pPr marL="0" lvl="1" indent="0">
              <a:buFont typeface="Arial" panose="020B0604020202020204" pitchFamily="34" charset="0"/>
              <a:buNone/>
            </a:pPr>
            <a:r>
              <a:t>More than 8,000 robots enhance productivity by an average of 15% across industries.</a:t>
            </a:r>
            <a:endParaRPr lang="en-US"/>
          </a:p>
          <a:p>
            <a:pPr marL="0" indent="0">
              <a:spcBef>
                <a:spcPts val="2500"/>
              </a:spcBef>
              <a:buFont typeface="Arial" panose="020B0604020202020204" pitchFamily="34" charset="0"/>
              <a:buNone/>
            </a:pPr>
            <a:r>
              <a:rPr lang="en-US" b="1"/>
              <a:t>Challenges of Automation</a:t>
            </a:r>
          </a:p>
          <a:p>
            <a:pPr marL="0" lvl="1" indent="0">
              <a:buFont typeface="Arial" panose="020B0604020202020204" pitchFamily="34" charset="0"/>
              <a:buNone/>
            </a:pPr>
            <a:r>
              <a:t>Efficiency gains come with challenges such as job displacement requiring careful strategic planning.</a:t>
            </a:r>
            <a:endParaRPr lang="en-US"/>
          </a:p>
          <a:p>
            <a:pPr marL="0" indent="0">
              <a:spcBef>
                <a:spcPts val="2500"/>
              </a:spcBef>
              <a:buFont typeface="Arial" panose="020B0604020202020204" pitchFamily="34" charset="0"/>
              <a:buNone/>
            </a:pPr>
            <a:r>
              <a:rPr lang="en-US" b="1"/>
              <a:t>Strategic Planning Importance</a:t>
            </a:r>
          </a:p>
          <a:p>
            <a:pPr marL="0" lvl="1" indent="0">
              <a:buFont typeface="Arial" panose="020B0604020202020204" pitchFamily="34" charset="0"/>
              <a:buNone/>
            </a:pPr>
            <a:r>
              <a:t>Balancing innovation and workforce well-being needs informed decisions on investments and training.</a:t>
            </a:r>
            <a:endParaRPr lang="en-US"/>
          </a:p>
          <a:p>
            <a:pPr marL="0" indent="0">
              <a:spcBef>
                <a:spcPts val="2500"/>
              </a:spcBef>
              <a:buFont typeface="Arial" panose="020B0604020202020204" pitchFamily="34" charset="0"/>
              <a:buNone/>
            </a:pPr>
            <a:r>
              <a:rPr lang="en-US" b="1"/>
              <a:t>Ensuring Sustainable Growth</a:t>
            </a:r>
          </a:p>
          <a:p>
            <a:pPr marL="0" lvl="1" indent="0">
              <a:buFont typeface="Arial" panose="020B0604020202020204" pitchFamily="34" charset="0"/>
              <a:buNone/>
            </a:pPr>
            <a:r>
              <a:t>Identifying trends and evaluating ROI ensures sustainable growth amid technological advances.</a:t>
            </a:r>
            <a:endParaRPr lang="en-US"/>
          </a:p>
        </p:txBody>
      </p:sp>
      <p:pic>
        <p:nvPicPr>
          <p:cNvPr id="5" name="Content Placeholder 4" descr="fourth industrial revolution technology concept">
            <a:extLst>
              <a:ext uri="{FF2B5EF4-FFF2-40B4-BE49-F238E27FC236}">
                <a16:creationId xmlns:a16="http://schemas.microsoft.com/office/drawing/2014/main" id="{59961669-FE7C-4984-A725-B085F4D830E4}"/>
              </a:ext>
            </a:extLst>
          </p:cNvPr>
          <p:cNvPicPr>
            <a:picLocks noGrp="1" noChangeAspect="1"/>
          </p:cNvPicPr>
          <p:nvPr>
            <p:ph type="pic" sz="quarter" idx="13"/>
          </p:nvPr>
        </p:nvPicPr>
        <p:blipFill>
          <a:blip r:embed="rId3"/>
          <a:srcRect l="32993" r="33376"/>
          <a:stretch>
            <a:fillRect/>
          </a:stretch>
        </p:blipFill>
        <p:spPr>
          <a:xfrm>
            <a:off x="8091732" y="10"/>
            <a:ext cx="4100267" cy="6857990"/>
          </a:xfrm>
          <a:prstGeom prst="rect">
            <a:avLst/>
          </a:prstGeom>
          <a:noFill/>
        </p:spPr>
      </p:pic>
    </p:spTree>
    <p:extLst>
      <p:ext uri="{BB962C8B-B14F-4D97-AF65-F5344CB8AC3E}">
        <p14:creationId xmlns:p14="http://schemas.microsoft.com/office/powerpoint/2010/main" val="15846413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AC374-33FA-EB82-9FFC-93AD935659FF}"/>
              </a:ext>
            </a:extLst>
          </p:cNvPr>
          <p:cNvSpPr>
            <a:spLocks noGrp="1"/>
          </p:cNvSpPr>
          <p:nvPr>
            <p:ph type="title"/>
          </p:nvPr>
        </p:nvSpPr>
        <p:spPr>
          <a:xfrm>
            <a:off x="348017" y="3412"/>
            <a:ext cx="5042650" cy="1315235"/>
          </a:xfrm>
        </p:spPr>
        <p:txBody>
          <a:bodyPr anchor="b">
            <a:noAutofit/>
          </a:bodyPr>
          <a:lstStyle/>
          <a:p>
            <a:r>
              <a:rPr lang="en-US" sz="3200"/>
              <a:t>Robots Adopted by Industry</a:t>
            </a:r>
          </a:p>
        </p:txBody>
      </p:sp>
      <p:sp>
        <p:nvSpPr>
          <p:cNvPr id="4" name="Content Placeholder 3">
            <a:extLst>
              <a:ext uri="{FF2B5EF4-FFF2-40B4-BE49-F238E27FC236}">
                <a16:creationId xmlns:a16="http://schemas.microsoft.com/office/drawing/2014/main" id="{E515C161-B903-4855-68CC-0E9F0C7596E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279779" y="1319284"/>
            <a:ext cx="5164442" cy="4386617"/>
          </a:xfrm>
        </p:spPr>
        <p:txBody>
          <a:bodyPr vert="horz" lIns="91440" tIns="45720" rIns="91440" bIns="45720" rtlCol="0" anchor="t">
            <a:noAutofit/>
          </a:bodyPr>
          <a:lstStyle/>
          <a:p>
            <a:pPr marL="285750" indent="-285750">
              <a:spcAft>
                <a:spcPts val="1000"/>
              </a:spcAft>
              <a:buFont typeface="Arial"/>
              <a:buChar char="•"/>
            </a:pPr>
            <a:r>
              <a:rPr lang="en-US" sz="1200" b="1" dirty="0">
                <a:ea typeface="+mn-lt"/>
                <a:cs typeface="+mn-lt"/>
              </a:rPr>
              <a:t>Total Robots Adopted:</a:t>
            </a:r>
            <a:br>
              <a:rPr lang="en-US" sz="1200" dirty="0">
                <a:ea typeface="+mn-lt"/>
                <a:cs typeface="+mn-lt"/>
              </a:rPr>
            </a:br>
            <a:r>
              <a:rPr lang="en-US" sz="1200" dirty="0">
                <a:ea typeface="+mn-lt"/>
                <a:cs typeface="+mn-lt"/>
              </a:rPr>
              <a:t>8,219 robots have been integrated across key industries, reflecting rapid growth and technological advancement.</a:t>
            </a:r>
            <a:endParaRPr lang="en-US" sz="1200"/>
          </a:p>
          <a:p>
            <a:pPr marL="285750" indent="-285750">
              <a:spcAft>
                <a:spcPts val="1000"/>
              </a:spcAft>
              <a:buFont typeface="Arial"/>
              <a:buChar char="•"/>
            </a:pPr>
            <a:r>
              <a:rPr lang="en-US" sz="1200" b="1" dirty="0">
                <a:ea typeface="+mn-lt"/>
                <a:cs typeface="+mn-lt"/>
              </a:rPr>
              <a:t>Average Productivity Gain:</a:t>
            </a:r>
            <a:br>
              <a:rPr lang="en-US" sz="1200" dirty="0">
                <a:ea typeface="+mn-lt"/>
                <a:cs typeface="+mn-lt"/>
              </a:rPr>
            </a:br>
            <a:r>
              <a:rPr lang="en-US" sz="1200" dirty="0">
                <a:ea typeface="+mn-lt"/>
                <a:cs typeface="+mn-lt"/>
              </a:rPr>
              <a:t>15.02% improvement in operational efficiency, indicating the strong impact of robotics on workplace output.</a:t>
            </a:r>
            <a:endParaRPr lang="en-US" sz="1200" dirty="0"/>
          </a:p>
          <a:p>
            <a:pPr marL="285750" indent="-285750">
              <a:lnSpc>
                <a:spcPct val="150000"/>
              </a:lnSpc>
              <a:buFont typeface="Arial"/>
              <a:buChar char="•"/>
            </a:pPr>
            <a:r>
              <a:rPr lang="en-US" sz="1300" b="1" dirty="0">
                <a:ea typeface="+mn-lt"/>
                <a:cs typeface="+mn-lt"/>
              </a:rPr>
              <a:t>Healthcare Robotics Leadership: </a:t>
            </a:r>
            <a:r>
              <a:rPr lang="en-US" sz="1300" dirty="0">
                <a:ea typeface="+mn-lt"/>
                <a:cs typeface="+mn-lt"/>
              </a:rPr>
              <a:t>Healthcare leads with 38.57% robot adoption, using automation for diagnostics and patient care improvements.</a:t>
            </a:r>
            <a:endParaRPr lang="en-US" sz="1300" dirty="0">
              <a:solidFill>
                <a:srgbClr val="000000"/>
              </a:solidFill>
              <a:ea typeface="+mn-lt"/>
              <a:cs typeface="+mn-lt"/>
            </a:endParaRPr>
          </a:p>
          <a:p>
            <a:pPr marL="285750" indent="-285750">
              <a:lnSpc>
                <a:spcPct val="150000"/>
              </a:lnSpc>
              <a:buFont typeface="Arial"/>
              <a:buChar char="•"/>
            </a:pPr>
            <a:r>
              <a:rPr lang="en-US" sz="1300" b="1" dirty="0">
                <a:ea typeface="+mn-lt"/>
                <a:cs typeface="+mn-lt"/>
              </a:rPr>
              <a:t>Logistics Automation: </a:t>
            </a:r>
            <a:r>
              <a:rPr lang="en-US" sz="1300" dirty="0">
                <a:ea typeface="+mn-lt"/>
                <a:cs typeface="+mn-lt"/>
              </a:rPr>
              <a:t>Logistics industry adopts robotics at33.46%, enhancing operational efficiency through automation.</a:t>
            </a:r>
          </a:p>
          <a:p>
            <a:pPr marL="285750" indent="-285750">
              <a:lnSpc>
                <a:spcPct val="150000"/>
              </a:lnSpc>
              <a:buFont typeface="Arial"/>
              <a:buChar char="•"/>
            </a:pPr>
            <a:r>
              <a:rPr lang="en-US" sz="1300" b="1" dirty="0">
                <a:ea typeface="+mn-lt"/>
                <a:cs typeface="+mn-lt"/>
              </a:rPr>
              <a:t>Manufacturing Robotics Growth: </a:t>
            </a:r>
            <a:r>
              <a:rPr lang="en-US" sz="1300" dirty="0">
                <a:ea typeface="+mn-lt"/>
                <a:cs typeface="+mn-lt"/>
              </a:rPr>
              <a:t>Manufacturing has 27.97% adoption, indicating ongoing reliance on automation and potential expansion.</a:t>
            </a:r>
            <a:endParaRPr lang="en-US" sz="1300"/>
          </a:p>
          <a:p>
            <a:pPr marL="285750" indent="-285750">
              <a:buFont typeface="Arial"/>
              <a:buChar char="•"/>
            </a:pPr>
            <a:r>
              <a:rPr lang="en-US" sz="1200" b="1" dirty="0">
                <a:ea typeface="+mn-lt"/>
                <a:cs typeface="+mn-lt"/>
              </a:rPr>
              <a:t>Key Takeaway:</a:t>
            </a:r>
            <a:br>
              <a:rPr lang="en-US" sz="1200" dirty="0">
                <a:ea typeface="+mn-lt"/>
                <a:cs typeface="+mn-lt"/>
              </a:rPr>
            </a:br>
            <a:r>
              <a:rPr lang="en-US" sz="1200" dirty="0">
                <a:ea typeface="+mn-lt"/>
                <a:cs typeface="+mn-lt"/>
              </a:rPr>
              <a:t>Healthcare and Logistics are at the forefront of robotics transformation, driving increased productivity and operational excellence. Manufacturing continues stable progress, strengthening quality and consistency.</a:t>
            </a:r>
            <a:endParaRPr lang="en-US" sz="1200" dirty="0"/>
          </a:p>
          <a:p>
            <a:endParaRPr lang="en-US" sz="1200">
              <a:ea typeface="+mn-lt"/>
              <a:cs typeface="+mn-lt"/>
            </a:endParaRPr>
          </a:p>
          <a:p>
            <a:pPr marL="0" indent="0">
              <a:spcBef>
                <a:spcPts val="2500"/>
              </a:spcBef>
              <a:buFont typeface="Arial" panose="020B0604020202020204" pitchFamily="34" charset="0"/>
              <a:buNone/>
            </a:pPr>
            <a:endParaRPr lang="en-US" b="1"/>
          </a:p>
        </p:txBody>
      </p:sp>
      <p:pic>
        <p:nvPicPr>
          <p:cNvPr id="8" name="Picture 7" descr="A pie chart with numbers and a pie chart&#10;&#10;AI-generated content may be incorrect.">
            <a:extLst>
              <a:ext uri="{FF2B5EF4-FFF2-40B4-BE49-F238E27FC236}">
                <a16:creationId xmlns:a16="http://schemas.microsoft.com/office/drawing/2014/main" id="{3F413A95-A7F4-3ECC-C719-C5DDC327B546}"/>
              </a:ext>
            </a:extLst>
          </p:cNvPr>
          <p:cNvPicPr>
            <a:picLocks noChangeAspect="1"/>
          </p:cNvPicPr>
          <p:nvPr/>
        </p:nvPicPr>
        <p:blipFill>
          <a:blip r:embed="rId3"/>
          <a:stretch>
            <a:fillRect/>
          </a:stretch>
        </p:blipFill>
        <p:spPr>
          <a:xfrm>
            <a:off x="5655859" y="176855"/>
            <a:ext cx="6390464" cy="6504290"/>
          </a:xfrm>
          <a:prstGeom prst="rect">
            <a:avLst/>
          </a:prstGeom>
          <a:noFill/>
          <a:ln>
            <a:solidFill>
              <a:srgbClr val="F6F2E6"/>
            </a:solidFill>
          </a:ln>
        </p:spPr>
      </p:pic>
    </p:spTree>
    <p:extLst>
      <p:ext uri="{BB962C8B-B14F-4D97-AF65-F5344CB8AC3E}">
        <p14:creationId xmlns:p14="http://schemas.microsoft.com/office/powerpoint/2010/main" val="14329929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D1DF4-526A-1632-0D3A-1B5B55AFFD63}"/>
              </a:ext>
            </a:extLst>
          </p:cNvPr>
          <p:cNvSpPr>
            <a:spLocks noGrp="1"/>
          </p:cNvSpPr>
          <p:nvPr>
            <p:ph type="title"/>
          </p:nvPr>
        </p:nvSpPr>
        <p:spPr>
          <a:xfrm>
            <a:off x="207066" y="304800"/>
            <a:ext cx="4756355" cy="1111532"/>
          </a:xfrm>
        </p:spPr>
        <p:txBody>
          <a:bodyPr anchor="b">
            <a:normAutofit/>
          </a:bodyPr>
          <a:lstStyle/>
          <a:p>
            <a:r>
              <a:rPr lang="en-US" sz="3200"/>
              <a:t>Training Hours by Industry</a:t>
            </a:r>
          </a:p>
        </p:txBody>
      </p:sp>
      <p:sp>
        <p:nvSpPr>
          <p:cNvPr id="4" name="Content Placeholder 3">
            <a:extLst>
              <a:ext uri="{FF2B5EF4-FFF2-40B4-BE49-F238E27FC236}">
                <a16:creationId xmlns:a16="http://schemas.microsoft.com/office/drawing/2014/main" id="{40952174-378F-65E0-B4E1-9642348B3DD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210081" y="1709718"/>
            <a:ext cx="4629510" cy="4286462"/>
          </a:xfrm>
        </p:spPr>
        <p:txBody>
          <a:bodyPr>
            <a:normAutofit fontScale="92500"/>
          </a:bodyPr>
          <a:lstStyle/>
          <a:p>
            <a:pPr marL="0" indent="0">
              <a:spcBef>
                <a:spcPts val="2500"/>
              </a:spcBef>
              <a:buFont typeface="Arial" panose="020B0604020202020204" pitchFamily="34" charset="0"/>
              <a:buNone/>
            </a:pPr>
            <a:r>
              <a:rPr lang="en-US" sz="1600" b="1">
                <a:solidFill>
                  <a:srgbClr val="000000"/>
                </a:solidFill>
              </a:rPr>
              <a:t>Training Peaks in 2016 and 2020</a:t>
            </a:r>
          </a:p>
          <a:p>
            <a:pPr marL="0" lvl="1" indent="0">
              <a:buFont typeface="Arial" panose="020B0604020202020204" pitchFamily="34" charset="0"/>
              <a:buNone/>
            </a:pPr>
            <a:r>
              <a:rPr sz="1600">
                <a:solidFill>
                  <a:srgbClr val="000000"/>
                </a:solidFill>
              </a:rPr>
              <a:t>Training hours peaked during major robotics adoption phases in 2016 and 2020 across industries.</a:t>
            </a:r>
            <a:endParaRPr lang="en-US" sz="1600">
              <a:solidFill>
                <a:srgbClr val="000000"/>
              </a:solidFill>
            </a:endParaRPr>
          </a:p>
          <a:p>
            <a:pPr marL="0" indent="0">
              <a:spcBef>
                <a:spcPts val="2500"/>
              </a:spcBef>
              <a:buFont typeface="Arial" panose="020B0604020202020204" pitchFamily="34" charset="0"/>
              <a:buNone/>
            </a:pPr>
            <a:r>
              <a:rPr lang="en-US" sz="1600" b="1">
                <a:solidFill>
                  <a:srgbClr val="000000"/>
                </a:solidFill>
              </a:rPr>
              <a:t>Healthcare's Training Investment</a:t>
            </a:r>
          </a:p>
          <a:p>
            <a:pPr marL="0" lvl="1" indent="0">
              <a:buFont typeface="Arial" panose="020B0604020202020204" pitchFamily="34" charset="0"/>
              <a:buNone/>
            </a:pPr>
            <a:r>
              <a:rPr sz="1600">
                <a:solidFill>
                  <a:srgbClr val="000000"/>
                </a:solidFill>
              </a:rPr>
              <a:t>Healthcare recorded 480 training hours in 2020, showing a strong commitment to workforce adaptation.</a:t>
            </a:r>
            <a:endParaRPr lang="en-US" sz="1600">
              <a:solidFill>
                <a:srgbClr val="000000"/>
              </a:solidFill>
            </a:endParaRPr>
          </a:p>
          <a:p>
            <a:pPr marL="0" indent="0">
              <a:spcBef>
                <a:spcPts val="2500"/>
              </a:spcBef>
              <a:buFont typeface="Arial" panose="020B0604020202020204" pitchFamily="34" charset="0"/>
              <a:buNone/>
            </a:pPr>
            <a:r>
              <a:rPr lang="en-US" sz="1600" b="1">
                <a:solidFill>
                  <a:srgbClr val="000000"/>
                </a:solidFill>
              </a:rPr>
              <a:t>Benefits of Prioritized Training</a:t>
            </a:r>
          </a:p>
          <a:p>
            <a:pPr marL="0" lvl="1" indent="0">
              <a:buFont typeface="Arial" panose="020B0604020202020204" pitchFamily="34" charset="0"/>
              <a:buNone/>
            </a:pPr>
            <a:r>
              <a:rPr sz="1600">
                <a:solidFill>
                  <a:srgbClr val="000000"/>
                </a:solidFill>
              </a:rPr>
              <a:t>Industries prioritizing training experience smoother automation integration and workforce transition.</a:t>
            </a:r>
            <a:endParaRPr lang="en-US" sz="1600">
              <a:solidFill>
                <a:srgbClr val="000000"/>
              </a:solidFill>
            </a:endParaRPr>
          </a:p>
          <a:p>
            <a:pPr marL="0" indent="0">
              <a:spcBef>
                <a:spcPts val="2500"/>
              </a:spcBef>
              <a:buFont typeface="Arial" panose="020B0604020202020204" pitchFamily="34" charset="0"/>
              <a:buNone/>
            </a:pPr>
            <a:r>
              <a:rPr lang="en-US" sz="1600" b="1">
                <a:solidFill>
                  <a:srgbClr val="000000"/>
                </a:solidFill>
              </a:rPr>
              <a:t>Continuous Learning Importance</a:t>
            </a:r>
          </a:p>
          <a:p>
            <a:pPr marL="0" lvl="1" indent="0">
              <a:buFont typeface="Arial" panose="020B0604020202020204" pitchFamily="34" charset="0"/>
              <a:buNone/>
            </a:pPr>
            <a:r>
              <a:rPr sz="1600">
                <a:solidFill>
                  <a:srgbClr val="000000"/>
                </a:solidFill>
              </a:rPr>
              <a:t>Ongoing learning and development are vital for success in the evolving robotics age.</a:t>
            </a:r>
            <a:endParaRPr lang="en-US" sz="1600">
              <a:solidFill>
                <a:srgbClr val="000000"/>
              </a:solidFill>
            </a:endParaRPr>
          </a:p>
        </p:txBody>
      </p:sp>
      <p:pic>
        <p:nvPicPr>
          <p:cNvPr id="5" name="Content Placeholder 4" descr="Woman in protective clothing in factoryYoung electrical engineer woman using touchpad with digital tablet and standing in front of control panel working about technical problems and writes the results of measurements in control room of modern thermal or nuclear power plant electric energy station.">
            <a:extLst>
              <a:ext uri="{FF2B5EF4-FFF2-40B4-BE49-F238E27FC236}">
                <a16:creationId xmlns:a16="http://schemas.microsoft.com/office/drawing/2014/main" id="{0BF902B7-8C72-4C6B-9353-17F670203238}"/>
              </a:ext>
            </a:extLst>
          </p:cNvPr>
          <p:cNvPicPr>
            <a:picLocks noGrp="1" noChangeAspect="1"/>
          </p:cNvPicPr>
          <p:nvPr>
            <p:ph type="pic" sz="quarter" idx="13"/>
          </p:nvPr>
        </p:nvPicPr>
        <p:blipFill>
          <a:blip r:embed="rId3">
            <a:alphaModFix amt="21000"/>
            <a:extLst>
              <a:ext uri="{BEBA8EAE-BF5A-486C-A8C5-ECC9F3942E4B}">
                <a14:imgProps xmlns:a14="http://schemas.microsoft.com/office/drawing/2010/main">
                  <a14:imgLayer r:embed="rId4">
                    <a14:imgEffect>
                      <a14:saturation sat="180000"/>
                    </a14:imgEffect>
                    <a14:imgEffect>
                      <a14:brightnessContrast bright="15000" contrast="-4000"/>
                    </a14:imgEffect>
                  </a14:imgLayer>
                </a14:imgProps>
              </a:ext>
            </a:extLst>
          </a:blip>
          <a:srcRect l="24350" t="420" r="35697" b="-630"/>
          <a:stretch>
            <a:fillRect/>
          </a:stretch>
        </p:blipFill>
        <p:spPr>
          <a:xfrm>
            <a:off x="-18423" y="9"/>
            <a:ext cx="4867615" cy="6872336"/>
          </a:xfrm>
          <a:prstGeom prst="rect">
            <a:avLst/>
          </a:prstGeom>
          <a:noFill/>
        </p:spPr>
      </p:pic>
      <p:pic>
        <p:nvPicPr>
          <p:cNvPr id="3" name="Picture 2">
            <a:extLst>
              <a:ext uri="{FF2B5EF4-FFF2-40B4-BE49-F238E27FC236}">
                <a16:creationId xmlns:a16="http://schemas.microsoft.com/office/drawing/2014/main" id="{E31D23B3-9F7B-E35F-5AE2-5D0983138412}"/>
              </a:ext>
            </a:extLst>
          </p:cNvPr>
          <p:cNvPicPr>
            <a:picLocks noChangeAspect="1"/>
          </p:cNvPicPr>
          <p:nvPr/>
        </p:nvPicPr>
        <p:blipFill>
          <a:blip r:embed="rId5"/>
          <a:stretch>
            <a:fillRect/>
          </a:stretch>
        </p:blipFill>
        <p:spPr>
          <a:xfrm>
            <a:off x="4973206" y="1287642"/>
            <a:ext cx="7056311" cy="4284172"/>
          </a:xfrm>
          <a:prstGeom prst="rect">
            <a:avLst/>
          </a:prstGeom>
        </p:spPr>
      </p:pic>
    </p:spTree>
    <p:extLst>
      <p:ext uri="{BB962C8B-B14F-4D97-AF65-F5344CB8AC3E}">
        <p14:creationId xmlns:p14="http://schemas.microsoft.com/office/powerpoint/2010/main" val="7443291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81F52-4AAB-9338-2399-3ADBCDE85B47}"/>
              </a:ext>
            </a:extLst>
          </p:cNvPr>
          <p:cNvSpPr>
            <a:spLocks noGrp="1"/>
          </p:cNvSpPr>
          <p:nvPr>
            <p:ph type="title"/>
          </p:nvPr>
        </p:nvSpPr>
        <p:spPr>
          <a:xfrm>
            <a:off x="3628373" y="134722"/>
            <a:ext cx="4924132" cy="641458"/>
          </a:xfrm>
        </p:spPr>
        <p:txBody>
          <a:bodyPr anchor="b">
            <a:normAutofit fontScale="90000"/>
          </a:bodyPr>
          <a:lstStyle/>
          <a:p>
            <a:r>
              <a:rPr lang="en-US" sz="3600">
                <a:latin typeface="Calibri"/>
                <a:ea typeface="Calibri"/>
                <a:cs typeface="Calibri"/>
              </a:rPr>
              <a:t>Cost Savings by Year</a:t>
            </a:r>
          </a:p>
        </p:txBody>
      </p:sp>
      <p:pic>
        <p:nvPicPr>
          <p:cNvPr id="3" name="Picture 2" descr="A graph of a cost saving&#10;&#10;AI-generated content may be incorrect.">
            <a:extLst>
              <a:ext uri="{FF2B5EF4-FFF2-40B4-BE49-F238E27FC236}">
                <a16:creationId xmlns:a16="http://schemas.microsoft.com/office/drawing/2014/main" id="{CC9282A7-69F4-2BBD-7F7C-3FA08F4FCB02}"/>
              </a:ext>
            </a:extLst>
          </p:cNvPr>
          <p:cNvPicPr>
            <a:picLocks noChangeAspect="1"/>
          </p:cNvPicPr>
          <p:nvPr/>
        </p:nvPicPr>
        <p:blipFill>
          <a:blip r:embed="rId3"/>
          <a:srcRect l="1264" r="2250" b="246"/>
          <a:stretch>
            <a:fillRect/>
          </a:stretch>
        </p:blipFill>
        <p:spPr>
          <a:xfrm>
            <a:off x="122903" y="1152335"/>
            <a:ext cx="8432305" cy="4971214"/>
          </a:xfrm>
          <a:prstGeom prst="rect">
            <a:avLst/>
          </a:prstGeom>
          <a:noFill/>
        </p:spPr>
      </p:pic>
      <p:sp>
        <p:nvSpPr>
          <p:cNvPr id="4" name="Content Placeholder 3">
            <a:extLst>
              <a:ext uri="{FF2B5EF4-FFF2-40B4-BE49-F238E27FC236}">
                <a16:creationId xmlns:a16="http://schemas.microsoft.com/office/drawing/2014/main" id="{DBF49479-F559-C487-DB82-E03EEA0D621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753565" y="1147424"/>
            <a:ext cx="3437001" cy="5413128"/>
          </a:xfrm>
        </p:spPr>
        <p:txBody>
          <a:bodyPr vert="horz" lIns="91440" tIns="45720" rIns="91440" bIns="45720" rtlCol="0" anchor="t">
            <a:noAutofit/>
          </a:bodyPr>
          <a:lstStyle/>
          <a:p>
            <a:pPr marL="0" indent="0">
              <a:lnSpc>
                <a:spcPct val="90000"/>
              </a:lnSpc>
              <a:spcBef>
                <a:spcPts val="2500"/>
              </a:spcBef>
              <a:buFont typeface="Arial" panose="020B0604020202020204" pitchFamily="34" charset="0"/>
              <a:buNone/>
            </a:pPr>
            <a:r>
              <a:rPr lang="en-US" sz="1600" b="1">
                <a:latin typeface="Calibri"/>
                <a:ea typeface="Calibri"/>
                <a:cs typeface="Calibri"/>
              </a:rPr>
              <a:t>Spikes in Cost Savings</a:t>
            </a:r>
          </a:p>
          <a:p>
            <a:pPr marL="0" lvl="1" indent="0">
              <a:lnSpc>
                <a:spcPct val="90000"/>
              </a:lnSpc>
              <a:buFont typeface="Arial" panose="020B0604020202020204" pitchFamily="34" charset="0"/>
              <a:buNone/>
            </a:pPr>
            <a:r>
              <a:rPr lang="en-US" sz="1600">
                <a:latin typeface="Calibri"/>
                <a:ea typeface="Calibri"/>
                <a:cs typeface="Calibri"/>
              </a:rPr>
              <a:t>Notable cost savings spikes in 2019 and 2022 show successful robotics implementation impact.</a:t>
            </a:r>
          </a:p>
          <a:p>
            <a:pPr marL="0" indent="0">
              <a:lnSpc>
                <a:spcPct val="90000"/>
              </a:lnSpc>
              <a:spcBef>
                <a:spcPts val="2500"/>
              </a:spcBef>
              <a:buFont typeface="Arial" panose="020B0604020202020204" pitchFamily="34" charset="0"/>
              <a:buNone/>
            </a:pPr>
            <a:r>
              <a:rPr lang="en-US" sz="1600" b="1">
                <a:latin typeface="Calibri"/>
                <a:ea typeface="Calibri"/>
                <a:cs typeface="Calibri"/>
              </a:rPr>
              <a:t>Negative Savings Years</a:t>
            </a:r>
          </a:p>
          <a:p>
            <a:pPr marL="0" lvl="1" indent="0">
              <a:lnSpc>
                <a:spcPct val="90000"/>
              </a:lnSpc>
              <a:buFont typeface="Arial" panose="020B0604020202020204" pitchFamily="34" charset="0"/>
              <a:buNone/>
            </a:pPr>
            <a:r>
              <a:rPr lang="en-US" sz="1600">
                <a:latin typeface="Calibri"/>
                <a:ea typeface="Calibri"/>
                <a:cs typeface="Calibri"/>
              </a:rPr>
              <a:t>Some years showed negative savings due to high upfront automation costs and investments.</a:t>
            </a:r>
          </a:p>
          <a:p>
            <a:pPr marL="0" indent="0">
              <a:lnSpc>
                <a:spcPct val="90000"/>
              </a:lnSpc>
              <a:spcBef>
                <a:spcPts val="2500"/>
              </a:spcBef>
              <a:buFont typeface="Arial" panose="020B0604020202020204" pitchFamily="34" charset="0"/>
              <a:buNone/>
            </a:pPr>
            <a:r>
              <a:rPr lang="en-US" sz="1600" b="1">
                <a:latin typeface="Calibri"/>
                <a:ea typeface="Calibri"/>
                <a:cs typeface="Calibri"/>
              </a:rPr>
              <a:t>Long-term Automation Benefits</a:t>
            </a:r>
          </a:p>
          <a:p>
            <a:pPr marL="0" lvl="1" indent="0">
              <a:lnSpc>
                <a:spcPct val="90000"/>
              </a:lnSpc>
              <a:buFont typeface="Arial" panose="020B0604020202020204" pitchFamily="34" charset="0"/>
              <a:buNone/>
            </a:pPr>
            <a:r>
              <a:rPr lang="en-US" sz="1600">
                <a:latin typeface="Calibri"/>
                <a:ea typeface="Calibri"/>
                <a:cs typeface="Calibri"/>
              </a:rPr>
              <a:t>Despite early financial challenges, automation delivers substantial long-term cost reductions.</a:t>
            </a:r>
          </a:p>
          <a:p>
            <a:pPr marL="0" indent="0">
              <a:lnSpc>
                <a:spcPct val="90000"/>
              </a:lnSpc>
              <a:spcBef>
                <a:spcPts val="2500"/>
              </a:spcBef>
              <a:buFont typeface="Arial" panose="020B0604020202020204" pitchFamily="34" charset="0"/>
              <a:buNone/>
            </a:pPr>
            <a:r>
              <a:rPr lang="en-US" sz="1600" b="1">
                <a:latin typeface="Calibri"/>
                <a:ea typeface="Calibri"/>
                <a:cs typeface="Calibri"/>
              </a:rPr>
              <a:t>Strategic Planning Importance</a:t>
            </a:r>
          </a:p>
          <a:p>
            <a:pPr marL="0" lvl="1" indent="0">
              <a:lnSpc>
                <a:spcPct val="90000"/>
              </a:lnSpc>
              <a:buFont typeface="Arial" panose="020B0604020202020204" pitchFamily="34" charset="0"/>
              <a:buNone/>
            </a:pPr>
            <a:r>
              <a:rPr lang="en-US" sz="1600">
                <a:latin typeface="Calibri"/>
                <a:ea typeface="Calibri"/>
                <a:cs typeface="Calibri"/>
              </a:rPr>
              <a:t>Phased adoption and strategic budgeting are vital to maximize ROI and sustainable growth.</a:t>
            </a:r>
          </a:p>
        </p:txBody>
      </p:sp>
    </p:spTree>
    <p:extLst>
      <p:ext uri="{BB962C8B-B14F-4D97-AF65-F5344CB8AC3E}">
        <p14:creationId xmlns:p14="http://schemas.microsoft.com/office/powerpoint/2010/main" val="16657478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BF686-1929-95F4-4A20-A3A4C97621CF}"/>
              </a:ext>
            </a:extLst>
          </p:cNvPr>
          <p:cNvSpPr>
            <a:spLocks noGrp="1"/>
          </p:cNvSpPr>
          <p:nvPr>
            <p:ph type="title"/>
          </p:nvPr>
        </p:nvSpPr>
        <p:spPr>
          <a:xfrm>
            <a:off x="1676337" y="378621"/>
            <a:ext cx="10867752" cy="547208"/>
          </a:xfrm>
        </p:spPr>
        <p:txBody>
          <a:bodyPr anchor="b">
            <a:normAutofit/>
          </a:bodyPr>
          <a:lstStyle/>
          <a:p>
            <a:r>
              <a:rPr lang="en-US" sz="2400">
                <a:solidFill>
                  <a:srgbClr val="000000"/>
                </a:solidFill>
                <a:latin typeface="Calibri"/>
                <a:ea typeface="Calibri"/>
                <a:cs typeface="Calibri"/>
              </a:rPr>
              <a:t>Industry Variations in Cost Savings &amp; Productivity Trends</a:t>
            </a:r>
          </a:p>
          <a:p>
            <a:endParaRPr lang="en-US" sz="2800">
              <a:solidFill>
                <a:srgbClr val="000000"/>
              </a:solidFill>
              <a:latin typeface="Calibri"/>
              <a:ea typeface="Calibri"/>
              <a:cs typeface="Calibri"/>
            </a:endParaRPr>
          </a:p>
        </p:txBody>
      </p:sp>
      <p:pic>
        <p:nvPicPr>
          <p:cNvPr id="12" name="Video Project">
            <a:hlinkClick r:id="" action="ppaction://media"/>
            <a:extLst>
              <a:ext uri="{FF2B5EF4-FFF2-40B4-BE49-F238E27FC236}">
                <a16:creationId xmlns:a16="http://schemas.microsoft.com/office/drawing/2014/main" id="{E73FEED8-D4B6-DBE1-CF3E-143576B31D00}"/>
              </a:ext>
              <a:ext uri="{C183D7F6-B498-43B3-948B-1728B52AA6E4}">
                <adec:decorative xmlns:adec="http://schemas.microsoft.com/office/drawing/2017/decorative" val="1"/>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498267" y="652222"/>
            <a:ext cx="8968852" cy="5782101"/>
          </a:xfrm>
          <a:prstGeom prst="rect">
            <a:avLst/>
          </a:prstGeom>
        </p:spPr>
      </p:pic>
    </p:spTree>
    <p:extLst>
      <p:ext uri="{BB962C8B-B14F-4D97-AF65-F5344CB8AC3E}">
        <p14:creationId xmlns:p14="http://schemas.microsoft.com/office/powerpoint/2010/main" val="1402630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12"/>
                </p:tgtEl>
              </p:cMediaNode>
            </p:video>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2"/>
                                        </p:tgtEl>
                                      </p:cBhvr>
                                    </p:cmd>
                                  </p:childTnLst>
                                </p:cTn>
                              </p:par>
                            </p:childTnLst>
                          </p:cTn>
                        </p:par>
                      </p:childTnLst>
                    </p:cTn>
                  </p:par>
                </p:childTnLst>
              </p:cTn>
              <p:nextCondLst>
                <p:cond evt="onClick" delay="0">
                  <p:tgtEl>
                    <p:spTgt spid="12"/>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aph showing a number of numbers and a graph showing a number of numbers and a graph showing a number of numbers and a graph showing a number of numbers and a graph showing a number of numbers&#10;&#10;AI-generated content may be incorrect.">
            <a:extLst>
              <a:ext uri="{FF2B5EF4-FFF2-40B4-BE49-F238E27FC236}">
                <a16:creationId xmlns:a16="http://schemas.microsoft.com/office/drawing/2014/main" id="{C4AB0209-7159-F387-43AF-80F24BA19FA9}"/>
              </a:ext>
            </a:extLst>
          </p:cNvPr>
          <p:cNvPicPr>
            <a:picLocks noChangeAspect="1"/>
          </p:cNvPicPr>
          <p:nvPr/>
        </p:nvPicPr>
        <p:blipFill>
          <a:blip r:embed="rId2"/>
          <a:srcRect l="-722" t="5731" r="722" b="2964"/>
          <a:stretch>
            <a:fillRect/>
          </a:stretch>
        </p:blipFill>
        <p:spPr>
          <a:xfrm>
            <a:off x="5984903" y="3090632"/>
            <a:ext cx="6065755" cy="2816727"/>
          </a:xfrm>
          <a:prstGeom prst="rect">
            <a:avLst/>
          </a:prstGeom>
        </p:spPr>
      </p:pic>
      <p:sp>
        <p:nvSpPr>
          <p:cNvPr id="2" name="Title 1">
            <a:extLst>
              <a:ext uri="{FF2B5EF4-FFF2-40B4-BE49-F238E27FC236}">
                <a16:creationId xmlns:a16="http://schemas.microsoft.com/office/drawing/2014/main" id="{2E169733-32CD-4863-BB9B-83CA5C79B819}"/>
              </a:ext>
            </a:extLst>
          </p:cNvPr>
          <p:cNvSpPr>
            <a:spLocks noGrp="1"/>
          </p:cNvSpPr>
          <p:nvPr>
            <p:ph type="title"/>
          </p:nvPr>
        </p:nvSpPr>
        <p:spPr>
          <a:xfrm>
            <a:off x="641129" y="281870"/>
            <a:ext cx="11531442" cy="667980"/>
          </a:xfrm>
        </p:spPr>
        <p:txBody>
          <a:bodyPr/>
          <a:lstStyle/>
          <a:p>
            <a:r>
              <a:rPr lang="en-US" sz="2400">
                <a:solidFill>
                  <a:srgbClr val="000000"/>
                </a:solidFill>
                <a:ea typeface="+mj-lt"/>
                <a:cs typeface="+mj-lt"/>
              </a:rPr>
              <a:t>Industry Variations in Cost Savings &amp; Productivity Trends</a:t>
            </a:r>
            <a:endParaRPr lang="en-US" sz="4800">
              <a:solidFill>
                <a:srgbClr val="000000"/>
              </a:solidFill>
            </a:endParaRPr>
          </a:p>
        </p:txBody>
      </p:sp>
      <p:sp>
        <p:nvSpPr>
          <p:cNvPr id="3" name="Content Placeholder 2">
            <a:extLst>
              <a:ext uri="{FF2B5EF4-FFF2-40B4-BE49-F238E27FC236}">
                <a16:creationId xmlns:a16="http://schemas.microsoft.com/office/drawing/2014/main" id="{3E3454B1-9468-41CF-0797-93C2A886A330}"/>
              </a:ext>
            </a:extLst>
          </p:cNvPr>
          <p:cNvSpPr>
            <a:spLocks noGrp="1"/>
          </p:cNvSpPr>
          <p:nvPr>
            <p:ph sz="quarter" idx="14"/>
          </p:nvPr>
        </p:nvSpPr>
        <p:spPr>
          <a:xfrm>
            <a:off x="641129" y="1235625"/>
            <a:ext cx="7265531" cy="5337150"/>
          </a:xfrm>
        </p:spPr>
        <p:txBody>
          <a:bodyPr vert="horz" lIns="91440" tIns="45720" rIns="91440" bIns="45720" rtlCol="0" anchor="t">
            <a:noAutofit/>
          </a:bodyPr>
          <a:lstStyle/>
          <a:p>
            <a:r>
              <a:rPr lang="en-US" sz="1200" b="1">
                <a:latin typeface="Calibri"/>
                <a:ea typeface="+mn-lt"/>
                <a:cs typeface="+mn-lt"/>
              </a:rPr>
              <a:t>Key Insights from the Animation:</a:t>
            </a:r>
            <a:endParaRPr lang="en-US" b="1">
              <a:latin typeface="Calibri"/>
              <a:ea typeface="Calibri"/>
              <a:cs typeface="Calibri"/>
            </a:endParaRPr>
          </a:p>
          <a:p>
            <a:pPr marL="285750" indent="-285750">
              <a:buFont typeface="Arial"/>
              <a:buChar char="•"/>
            </a:pPr>
            <a:r>
              <a:rPr lang="en-US" sz="1200">
                <a:latin typeface="Calibri"/>
                <a:ea typeface="+mn-lt"/>
                <a:cs typeface="+mn-lt"/>
              </a:rPr>
              <a:t>Manufacturing demonstrated high-cost savings in the early years of automation adoption.</a:t>
            </a:r>
            <a:endParaRPr lang="en-US">
              <a:latin typeface="Calibri"/>
              <a:ea typeface="+mn-lt"/>
              <a:cs typeface="+mn-lt"/>
            </a:endParaRPr>
          </a:p>
          <a:p>
            <a:pPr marL="285750" indent="-285750">
              <a:buFont typeface="Arial"/>
              <a:buChar char="•"/>
            </a:pPr>
            <a:r>
              <a:rPr lang="en-US" sz="1200">
                <a:latin typeface="Calibri"/>
                <a:ea typeface="+mn-lt"/>
                <a:cs typeface="+mn-lt"/>
              </a:rPr>
              <a:t>Healthcare experienced significant improvements in cost savings recently, particularly in 2023, reflecting later but rapid gains from automation investment.</a:t>
            </a:r>
            <a:endParaRPr lang="en-US">
              <a:latin typeface="Calibri"/>
              <a:ea typeface="+mn-lt"/>
              <a:cs typeface="+mn-lt"/>
            </a:endParaRPr>
          </a:p>
          <a:p>
            <a:pPr marL="285750" indent="-285750">
              <a:buFont typeface="Arial"/>
              <a:buChar char="•"/>
            </a:pPr>
            <a:r>
              <a:rPr lang="en-US" sz="1200">
                <a:latin typeface="Calibri"/>
                <a:ea typeface="+mn-lt"/>
                <a:cs typeface="+mn-lt"/>
              </a:rPr>
              <a:t>Productivity and cost efficiency do not rise equally across sectors or over time.</a:t>
            </a:r>
            <a:endParaRPr lang="en-US">
              <a:latin typeface="Calibri"/>
              <a:ea typeface="+mn-lt"/>
              <a:cs typeface="+mn-lt"/>
            </a:endParaRPr>
          </a:p>
          <a:p>
            <a:pPr marL="285750" indent="-285750">
              <a:buFont typeface="Arial"/>
              <a:buChar char="•"/>
            </a:pPr>
            <a:r>
              <a:rPr lang="en-US" sz="1200">
                <a:latin typeface="Calibri"/>
                <a:ea typeface="+mn-lt"/>
                <a:cs typeface="+mn-lt"/>
              </a:rPr>
              <a:t>Each industry's pace of robotics adoption and operational model leads to year-by-year variation in outcomes.</a:t>
            </a:r>
            <a:endParaRPr lang="en-US">
              <a:latin typeface="Calibri"/>
              <a:ea typeface="+mn-lt"/>
              <a:cs typeface="+mn-lt"/>
            </a:endParaRPr>
          </a:p>
          <a:p>
            <a:r>
              <a:rPr lang="en-US" sz="1200" b="1">
                <a:latin typeface="Calibri"/>
                <a:ea typeface="+mn-lt"/>
                <a:cs typeface="+mn-lt"/>
              </a:rPr>
              <a:t>Bubble size represents Jobs Displaced:</a:t>
            </a:r>
            <a:endParaRPr lang="en-US" b="1">
              <a:latin typeface="Calibri"/>
              <a:ea typeface="+mn-lt"/>
              <a:cs typeface="+mn-lt"/>
            </a:endParaRPr>
          </a:p>
          <a:p>
            <a:pPr marL="285750" indent="-285750">
              <a:buFont typeface="Arial"/>
              <a:buChar char="•"/>
            </a:pPr>
            <a:r>
              <a:rPr lang="en-US" sz="1200">
                <a:latin typeface="Calibri"/>
                <a:ea typeface="+mn-lt"/>
                <a:cs typeface="+mn-lt"/>
              </a:rPr>
              <a:t>Larger bubbles indicate intense automation efforts, which correlate with: </a:t>
            </a:r>
            <a:endParaRPr lang="en-US">
              <a:latin typeface="Calibri"/>
              <a:ea typeface="Calibri"/>
              <a:cs typeface="Calibri"/>
            </a:endParaRPr>
          </a:p>
          <a:p>
            <a:pPr marL="514350" lvl="1" indent="-285750">
              <a:buFont typeface="Arial"/>
              <a:buChar char="•"/>
            </a:pPr>
            <a:r>
              <a:rPr lang="en-US" sz="1200">
                <a:latin typeface="Calibri"/>
                <a:ea typeface="+mn-lt"/>
                <a:cs typeface="+mn-lt"/>
              </a:rPr>
              <a:t>Higher robot deployment</a:t>
            </a:r>
            <a:endParaRPr lang="en-US">
              <a:latin typeface="Calibri"/>
              <a:ea typeface="Calibri"/>
              <a:cs typeface="Calibri"/>
            </a:endParaRPr>
          </a:p>
          <a:p>
            <a:pPr marL="514350" lvl="1" indent="-285750">
              <a:buFont typeface="Arial"/>
              <a:buChar char="•"/>
            </a:pPr>
            <a:r>
              <a:rPr lang="en-US" sz="1200">
                <a:latin typeface="Calibri"/>
                <a:ea typeface="+mn-lt"/>
                <a:cs typeface="+mn-lt"/>
              </a:rPr>
              <a:t>Greater operational changes</a:t>
            </a:r>
            <a:endParaRPr lang="en-US">
              <a:latin typeface="Calibri"/>
              <a:ea typeface="+mn-lt"/>
              <a:cs typeface="+mn-lt"/>
            </a:endParaRPr>
          </a:p>
          <a:p>
            <a:pPr marL="514350" lvl="1" indent="-285750">
              <a:buFont typeface="Arial"/>
              <a:buChar char="•"/>
            </a:pPr>
            <a:r>
              <a:rPr lang="en-US" sz="1200">
                <a:latin typeface="Calibri"/>
                <a:ea typeface="+mn-lt"/>
                <a:cs typeface="+mn-lt"/>
              </a:rPr>
              <a:t>More workforce impact</a:t>
            </a:r>
            <a:endParaRPr lang="en-US">
              <a:latin typeface="Calibri"/>
              <a:ea typeface="Calibri"/>
              <a:cs typeface="Calibri"/>
            </a:endParaRPr>
          </a:p>
          <a:p>
            <a:r>
              <a:rPr lang="en-US" sz="1200" b="1">
                <a:latin typeface="Calibri"/>
                <a:ea typeface="+mn-lt"/>
                <a:cs typeface="+mn-lt"/>
              </a:rPr>
              <a:t>Tracking trends year-by-year supports informed decisions about: </a:t>
            </a:r>
            <a:endParaRPr lang="en-US" b="1">
              <a:latin typeface="Calibri"/>
              <a:ea typeface="Calibri"/>
              <a:cs typeface="Calibri"/>
            </a:endParaRPr>
          </a:p>
          <a:p>
            <a:pPr marL="514350" lvl="1" indent="-285750">
              <a:buFont typeface="Arial"/>
              <a:buChar char="•"/>
            </a:pPr>
            <a:r>
              <a:rPr lang="en-US" sz="1200">
                <a:latin typeface="Calibri"/>
                <a:ea typeface="+mn-lt"/>
                <a:cs typeface="+mn-lt"/>
              </a:rPr>
              <a:t>Where to invest in automation</a:t>
            </a:r>
            <a:endParaRPr lang="en-US">
              <a:latin typeface="Calibri"/>
              <a:ea typeface="+mn-lt"/>
              <a:cs typeface="+mn-lt"/>
            </a:endParaRPr>
          </a:p>
          <a:p>
            <a:pPr marL="514350" lvl="1" indent="-285750">
              <a:buFont typeface="Arial"/>
              <a:buChar char="•"/>
            </a:pPr>
            <a:r>
              <a:rPr lang="en-US" sz="1200">
                <a:latin typeface="Calibri"/>
                <a:ea typeface="+mn-lt"/>
                <a:cs typeface="+mn-lt"/>
              </a:rPr>
              <a:t>Where to focus mitigation or retraining strategies</a:t>
            </a:r>
            <a:endParaRPr lang="en-US">
              <a:latin typeface="Calibri"/>
              <a:ea typeface="+mn-lt"/>
              <a:cs typeface="+mn-lt"/>
            </a:endParaRPr>
          </a:p>
          <a:p>
            <a:pPr indent="-285750"/>
            <a:r>
              <a:rPr lang="en-US" sz="1200" b="1">
                <a:latin typeface="Calibri"/>
                <a:ea typeface="+mn-lt"/>
                <a:cs typeface="+mn-lt"/>
              </a:rPr>
              <a:t>Industry automation impacts are dynamic:</a:t>
            </a:r>
            <a:endParaRPr lang="en-US" b="1">
              <a:latin typeface="Calibri"/>
              <a:ea typeface="Calibri"/>
              <a:cs typeface="Calibri"/>
            </a:endParaRPr>
          </a:p>
          <a:p>
            <a:pPr marL="285750" indent="-285750">
              <a:buFont typeface="Arial"/>
              <a:buChar char="•"/>
            </a:pPr>
            <a:r>
              <a:rPr lang="en-US" sz="1200">
                <a:latin typeface="Calibri"/>
                <a:ea typeface="+mn-lt"/>
                <a:cs typeface="+mn-lt"/>
              </a:rPr>
              <a:t>Manufacturing benefited early.</a:t>
            </a:r>
            <a:endParaRPr lang="en-US">
              <a:latin typeface="Calibri"/>
              <a:ea typeface="Calibri"/>
              <a:cs typeface="Calibri"/>
            </a:endParaRPr>
          </a:p>
          <a:p>
            <a:pPr marL="285750" indent="-285750">
              <a:buFont typeface="Arial"/>
              <a:buChar char="•"/>
            </a:pPr>
            <a:r>
              <a:rPr lang="en-US" sz="1200">
                <a:latin typeface="Calibri"/>
                <a:ea typeface="+mn-lt"/>
                <a:cs typeface="+mn-lt"/>
              </a:rPr>
              <a:t>Healthcare’s gains surged in 2023.</a:t>
            </a:r>
            <a:endParaRPr lang="en-US">
              <a:latin typeface="Calibri"/>
              <a:ea typeface="Calibri"/>
              <a:cs typeface="Calibri"/>
            </a:endParaRPr>
          </a:p>
          <a:p>
            <a:pPr marL="285750" indent="-285750">
              <a:buFont typeface="Arial"/>
              <a:buChar char="•"/>
            </a:pPr>
            <a:r>
              <a:rPr lang="en-US" sz="1200">
                <a:latin typeface="Calibri"/>
                <a:ea typeface="+mn-lt"/>
                <a:cs typeface="+mn-lt"/>
              </a:rPr>
              <a:t>Visualizing deployment, cost, and productivity helps guide better strategic decisions for the future.</a:t>
            </a:r>
            <a:endParaRPr lang="en-US">
              <a:latin typeface="Calibri"/>
              <a:ea typeface="+mn-lt"/>
              <a:cs typeface="+mn-lt"/>
            </a:endParaRPr>
          </a:p>
          <a:p>
            <a:endParaRPr lang="en-US" sz="1200">
              <a:latin typeface="Calibri"/>
              <a:ea typeface="Calibri"/>
              <a:cs typeface="Calibri"/>
            </a:endParaRPr>
          </a:p>
        </p:txBody>
      </p:sp>
    </p:spTree>
    <p:extLst>
      <p:ext uri="{BB962C8B-B14F-4D97-AF65-F5344CB8AC3E}">
        <p14:creationId xmlns:p14="http://schemas.microsoft.com/office/powerpoint/2010/main" val="42205617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A4E53-1761-67E5-BA48-931798540694}"/>
              </a:ext>
            </a:extLst>
          </p:cNvPr>
          <p:cNvSpPr>
            <a:spLocks noGrp="1"/>
          </p:cNvSpPr>
          <p:nvPr>
            <p:ph type="title"/>
          </p:nvPr>
        </p:nvSpPr>
        <p:spPr>
          <a:xfrm>
            <a:off x="108939" y="378542"/>
            <a:ext cx="4104969" cy="1111532"/>
          </a:xfrm>
        </p:spPr>
        <p:txBody>
          <a:bodyPr anchor="b">
            <a:normAutofit/>
          </a:bodyPr>
          <a:lstStyle/>
          <a:p>
            <a:r>
              <a:rPr lang="en-US" sz="3800">
                <a:latin typeface="Calibri"/>
                <a:ea typeface="Calibri"/>
                <a:cs typeface="Calibri"/>
              </a:rPr>
              <a:t>Jobs Displaced by Industry</a:t>
            </a:r>
          </a:p>
        </p:txBody>
      </p:sp>
      <p:sp>
        <p:nvSpPr>
          <p:cNvPr id="4" name="Content Placeholder 3">
            <a:extLst>
              <a:ext uri="{FF2B5EF4-FFF2-40B4-BE49-F238E27FC236}">
                <a16:creationId xmlns:a16="http://schemas.microsoft.com/office/drawing/2014/main" id="{67078B2C-5769-6FAF-5BFE-1C0D4F6387F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08939" y="1712155"/>
            <a:ext cx="4092678" cy="4200198"/>
          </a:xfrm>
        </p:spPr>
        <p:txBody>
          <a:bodyPr>
            <a:normAutofit lnSpcReduction="10000"/>
          </a:bodyPr>
          <a:lstStyle/>
          <a:p>
            <a:pPr marL="0" indent="0">
              <a:spcBef>
                <a:spcPts val="2500"/>
              </a:spcBef>
              <a:buFont typeface="Arial" panose="020B0604020202020204" pitchFamily="34" charset="0"/>
              <a:buNone/>
            </a:pPr>
            <a:r>
              <a:rPr lang="en-US" b="1">
                <a:latin typeface="Calibri"/>
                <a:ea typeface="Calibri"/>
                <a:cs typeface="Calibri"/>
              </a:rPr>
              <a:t>Job Displacement Statistics</a:t>
            </a:r>
          </a:p>
          <a:p>
            <a:pPr marL="0" lvl="1" indent="0">
              <a:buFont typeface="Arial" panose="020B0604020202020204" pitchFamily="34" charset="0"/>
              <a:buNone/>
            </a:pPr>
            <a:r>
              <a:rPr>
                <a:latin typeface="Calibri"/>
                <a:ea typeface="Calibri"/>
                <a:cs typeface="Calibri"/>
              </a:rPr>
              <a:t>Logistics saw the highest job displacement with 528 roles, followed by healthcare and manufacturing sectors.</a:t>
            </a:r>
            <a:endParaRPr lang="en-US">
              <a:latin typeface="Calibri"/>
              <a:ea typeface="Calibri"/>
              <a:cs typeface="Calibri"/>
            </a:endParaRPr>
          </a:p>
          <a:p>
            <a:pPr marL="0" indent="0">
              <a:spcBef>
                <a:spcPts val="2500"/>
              </a:spcBef>
              <a:buFont typeface="Arial" panose="020B0604020202020204" pitchFamily="34" charset="0"/>
              <a:buNone/>
            </a:pPr>
            <a:r>
              <a:rPr lang="en-US" b="1">
                <a:latin typeface="Calibri"/>
                <a:ea typeface="Calibri"/>
                <a:cs typeface="Calibri"/>
              </a:rPr>
              <a:t>Impact of Automation</a:t>
            </a:r>
          </a:p>
          <a:p>
            <a:pPr marL="0" lvl="1" indent="0">
              <a:buFont typeface="Arial" panose="020B0604020202020204" pitchFamily="34" charset="0"/>
              <a:buNone/>
            </a:pPr>
            <a:r>
              <a:rPr>
                <a:latin typeface="Calibri"/>
                <a:ea typeface="Calibri"/>
                <a:cs typeface="Calibri"/>
              </a:rPr>
              <a:t>Automation improves efficiency but causes workforce disruptions requiring thoughtful planning and support.</a:t>
            </a:r>
            <a:endParaRPr lang="en-US">
              <a:latin typeface="Calibri"/>
              <a:ea typeface="Calibri"/>
              <a:cs typeface="Calibri"/>
            </a:endParaRPr>
          </a:p>
          <a:p>
            <a:pPr marL="0" indent="0">
              <a:spcBef>
                <a:spcPts val="2500"/>
              </a:spcBef>
              <a:buFont typeface="Arial" panose="020B0604020202020204" pitchFamily="34" charset="0"/>
              <a:buNone/>
            </a:pPr>
            <a:r>
              <a:rPr lang="en-US" b="1">
                <a:latin typeface="Calibri"/>
                <a:ea typeface="Calibri"/>
                <a:cs typeface="Calibri"/>
              </a:rPr>
              <a:t>Need for Reskilling</a:t>
            </a:r>
          </a:p>
          <a:p>
            <a:pPr marL="0" lvl="1" indent="0">
              <a:buFont typeface="Arial" panose="020B0604020202020204" pitchFamily="34" charset="0"/>
              <a:buNone/>
            </a:pPr>
            <a:r>
              <a:rPr>
                <a:latin typeface="Calibri"/>
                <a:ea typeface="Calibri"/>
                <a:cs typeface="Calibri"/>
              </a:rPr>
              <a:t>Reskilling and support programs are essential to help workers transition in evolving industries.</a:t>
            </a:r>
            <a:endParaRPr lang="en-US">
              <a:latin typeface="Calibri"/>
              <a:ea typeface="Calibri"/>
              <a:cs typeface="Calibri"/>
            </a:endParaRPr>
          </a:p>
          <a:p>
            <a:pPr marL="0" indent="0">
              <a:spcBef>
                <a:spcPts val="2500"/>
              </a:spcBef>
              <a:buFont typeface="Arial" panose="020B0604020202020204" pitchFamily="34" charset="0"/>
              <a:buNone/>
            </a:pPr>
            <a:r>
              <a:rPr lang="en-US" b="1">
                <a:latin typeface="Calibri"/>
                <a:ea typeface="Calibri"/>
                <a:cs typeface="Calibri"/>
              </a:rPr>
              <a:t>Human-Centric Strategies</a:t>
            </a:r>
          </a:p>
          <a:p>
            <a:pPr marL="0" lvl="1" indent="0">
              <a:buFont typeface="Arial" panose="020B0604020202020204" pitchFamily="34" charset="0"/>
              <a:buNone/>
            </a:pPr>
            <a:r>
              <a:rPr>
                <a:latin typeface="Calibri"/>
                <a:ea typeface="Calibri"/>
                <a:cs typeface="Calibri"/>
              </a:rPr>
              <a:t>Adopting human-centric approaches ensures technology benefits employees and maintains well-being.</a:t>
            </a:r>
            <a:endParaRPr lang="en-US">
              <a:latin typeface="Calibri"/>
              <a:ea typeface="Calibri"/>
              <a:cs typeface="Calibri"/>
            </a:endParaRPr>
          </a:p>
        </p:txBody>
      </p:sp>
      <p:pic>
        <p:nvPicPr>
          <p:cNvPr id="5" name="Content Placeholder 4" descr="Digitally enhanced shot of two businessmen talking in their office">
            <a:extLst>
              <a:ext uri="{FF2B5EF4-FFF2-40B4-BE49-F238E27FC236}">
                <a16:creationId xmlns:a16="http://schemas.microsoft.com/office/drawing/2014/main" id="{E5954717-19B7-4A9C-B04F-F70F10234779}"/>
              </a:ext>
            </a:extLst>
          </p:cNvPr>
          <p:cNvPicPr>
            <a:picLocks noGrp="1" noChangeAspect="1"/>
          </p:cNvPicPr>
          <p:nvPr>
            <p:ph type="pic" sz="quarter" idx="13"/>
          </p:nvPr>
        </p:nvPicPr>
        <p:blipFill>
          <a:blip r:embed="rId3">
            <a:alphaModFix amt="20000"/>
          </a:blip>
          <a:srcRect l="25445" r="38233" b="-1"/>
          <a:stretch>
            <a:fillRect/>
          </a:stretch>
        </p:blipFill>
        <p:spPr>
          <a:xfrm>
            <a:off x="4700" y="10"/>
            <a:ext cx="4124457" cy="6857990"/>
          </a:xfrm>
          <a:prstGeom prst="rect">
            <a:avLst/>
          </a:prstGeom>
          <a:noFill/>
        </p:spPr>
      </p:pic>
      <p:pic>
        <p:nvPicPr>
          <p:cNvPr id="3" name="Picture 2" descr="A screenshot of a graph&#10;&#10;AI-generated content may be incorrect.">
            <a:extLst>
              <a:ext uri="{FF2B5EF4-FFF2-40B4-BE49-F238E27FC236}">
                <a16:creationId xmlns:a16="http://schemas.microsoft.com/office/drawing/2014/main" id="{4EA062A2-068C-539A-AB9D-4E2DCE70E9B7}"/>
              </a:ext>
            </a:extLst>
          </p:cNvPr>
          <p:cNvPicPr>
            <a:picLocks noChangeAspect="1"/>
          </p:cNvPicPr>
          <p:nvPr/>
        </p:nvPicPr>
        <p:blipFill>
          <a:blip r:embed="rId4"/>
          <a:srcRect l="2093" t="3586" r="8458" b="1992"/>
          <a:stretch>
            <a:fillRect/>
          </a:stretch>
        </p:blipFill>
        <p:spPr>
          <a:xfrm>
            <a:off x="4128143" y="762810"/>
            <a:ext cx="7928691" cy="5740225"/>
          </a:xfrm>
          <a:prstGeom prst="rect">
            <a:avLst/>
          </a:prstGeom>
        </p:spPr>
      </p:pic>
    </p:spTree>
    <p:extLst>
      <p:ext uri="{BB962C8B-B14F-4D97-AF65-F5344CB8AC3E}">
        <p14:creationId xmlns:p14="http://schemas.microsoft.com/office/powerpoint/2010/main" val="35541154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52977-1B09-7F11-F35B-37008BCC12F2}"/>
              </a:ext>
            </a:extLst>
          </p:cNvPr>
          <p:cNvSpPr>
            <a:spLocks noGrp="1"/>
          </p:cNvSpPr>
          <p:nvPr>
            <p:ph type="title"/>
          </p:nvPr>
        </p:nvSpPr>
        <p:spPr>
          <a:xfrm>
            <a:off x="2753504" y="-3629"/>
            <a:ext cx="12010571" cy="676105"/>
          </a:xfrm>
        </p:spPr>
        <p:txBody>
          <a:bodyPr/>
          <a:lstStyle/>
          <a:p>
            <a:r>
              <a:rPr lang="en-US" sz="3800">
                <a:solidFill>
                  <a:srgbClr val="000000"/>
                </a:solidFill>
                <a:latin typeface="Calibri"/>
                <a:ea typeface="Calibri"/>
                <a:cs typeface="Calibri"/>
              </a:rPr>
              <a:t>Decomposition Tree Analysis</a:t>
            </a:r>
          </a:p>
        </p:txBody>
      </p:sp>
      <p:pic>
        <p:nvPicPr>
          <p:cNvPr id="5" name="Picture 4" descr="A screenshot of a graph&#10;&#10;AI-generated content may be incorrect.">
            <a:extLst>
              <a:ext uri="{FF2B5EF4-FFF2-40B4-BE49-F238E27FC236}">
                <a16:creationId xmlns:a16="http://schemas.microsoft.com/office/drawing/2014/main" id="{2731B02B-CE8F-2A18-8B79-B4B19E3C524A}"/>
              </a:ext>
            </a:extLst>
          </p:cNvPr>
          <p:cNvPicPr>
            <a:picLocks noChangeAspect="1"/>
          </p:cNvPicPr>
          <p:nvPr/>
        </p:nvPicPr>
        <p:blipFill>
          <a:blip r:embed="rId2"/>
          <a:srcRect l="1636" t="5403" r="7634" b="5959"/>
          <a:stretch>
            <a:fillRect/>
          </a:stretch>
        </p:blipFill>
        <p:spPr>
          <a:xfrm>
            <a:off x="876334" y="670632"/>
            <a:ext cx="10434399" cy="6048265"/>
          </a:xfrm>
          <a:prstGeom prst="rect">
            <a:avLst/>
          </a:prstGeom>
        </p:spPr>
      </p:pic>
    </p:spTree>
    <p:extLst>
      <p:ext uri="{BB962C8B-B14F-4D97-AF65-F5344CB8AC3E}">
        <p14:creationId xmlns:p14="http://schemas.microsoft.com/office/powerpoint/2010/main" val="41915630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A9784-EE59-0E99-558A-F7CE0FA6A10E}"/>
              </a:ext>
            </a:extLst>
          </p:cNvPr>
          <p:cNvSpPr>
            <a:spLocks noGrp="1"/>
          </p:cNvSpPr>
          <p:nvPr>
            <p:ph type="title"/>
          </p:nvPr>
        </p:nvSpPr>
        <p:spPr>
          <a:xfrm>
            <a:off x="612647" y="818847"/>
            <a:ext cx="6858000" cy="494676"/>
          </a:xfrm>
        </p:spPr>
        <p:txBody>
          <a:bodyPr anchor="b">
            <a:normAutofit fontScale="90000"/>
          </a:bodyPr>
          <a:lstStyle/>
          <a:p>
            <a:r>
              <a:rPr lang="en-US" sz="3800">
                <a:latin typeface="Calibri"/>
                <a:ea typeface="Calibri"/>
                <a:cs typeface="Calibri"/>
              </a:rPr>
              <a:t>Decomposition Tree Analysis</a:t>
            </a:r>
          </a:p>
        </p:txBody>
      </p:sp>
      <p:sp>
        <p:nvSpPr>
          <p:cNvPr id="4" name="Content Placeholder 3">
            <a:extLst>
              <a:ext uri="{FF2B5EF4-FFF2-40B4-BE49-F238E27FC236}">
                <a16:creationId xmlns:a16="http://schemas.microsoft.com/office/drawing/2014/main" id="{D7FE2B77-0745-C65B-E38E-98257CA5A33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711960"/>
            <a:ext cx="6858000" cy="4200198"/>
          </a:xfrm>
        </p:spPr>
        <p:txBody>
          <a:bodyPr>
            <a:normAutofit/>
          </a:bodyPr>
          <a:lstStyle/>
          <a:p>
            <a:pPr marL="0" indent="0">
              <a:spcBef>
                <a:spcPts val="2500"/>
              </a:spcBef>
              <a:buFont typeface="Arial" panose="020B0604020202020204" pitchFamily="34" charset="0"/>
              <a:buNone/>
            </a:pPr>
            <a:r>
              <a:rPr lang="en-US" b="1">
                <a:latin typeface="Calibri"/>
                <a:ea typeface="Calibri"/>
                <a:cs typeface="Calibri"/>
              </a:rPr>
              <a:t>Healthcare Impact on Metrics</a:t>
            </a:r>
          </a:p>
          <a:p>
            <a:pPr marL="0" lvl="1" indent="0">
              <a:buFont typeface="Arial" panose="020B0604020202020204" pitchFamily="34" charset="0"/>
              <a:buNone/>
            </a:pPr>
            <a:r>
              <a:rPr>
                <a:latin typeface="Calibri"/>
                <a:ea typeface="Calibri"/>
                <a:cs typeface="Calibri"/>
              </a:rPr>
              <a:t>Healthcare generated major cost savings and productivity gains in 2022, underscoring its influence on overall performance.</a:t>
            </a:r>
            <a:endParaRPr lang="en-US">
              <a:latin typeface="Calibri"/>
              <a:ea typeface="Calibri"/>
              <a:cs typeface="Calibri"/>
            </a:endParaRPr>
          </a:p>
          <a:p>
            <a:pPr marL="0" indent="0">
              <a:spcBef>
                <a:spcPts val="2500"/>
              </a:spcBef>
              <a:buFont typeface="Arial" panose="020B0604020202020204" pitchFamily="34" charset="0"/>
              <a:buNone/>
            </a:pPr>
            <a:r>
              <a:rPr lang="en-US" b="1">
                <a:latin typeface="Calibri"/>
                <a:ea typeface="Calibri"/>
                <a:cs typeface="Calibri"/>
              </a:rPr>
              <a:t>Decomposition Tree Utility</a:t>
            </a:r>
          </a:p>
          <a:p>
            <a:pPr marL="0" lvl="1" indent="0">
              <a:buFont typeface="Arial" panose="020B0604020202020204" pitchFamily="34" charset="0"/>
              <a:buNone/>
            </a:pPr>
            <a:r>
              <a:rPr>
                <a:latin typeface="Calibri"/>
                <a:ea typeface="Calibri"/>
                <a:cs typeface="Calibri"/>
              </a:rPr>
              <a:t>Decomposition tree analysis breaks down complex metrics to reveal root causes and key contributors across dimensions.</a:t>
            </a:r>
            <a:endParaRPr lang="en-US">
              <a:latin typeface="Calibri"/>
              <a:ea typeface="Calibri"/>
              <a:cs typeface="Calibri"/>
            </a:endParaRPr>
          </a:p>
          <a:p>
            <a:pPr marL="0" indent="0">
              <a:spcBef>
                <a:spcPts val="2500"/>
              </a:spcBef>
              <a:buFont typeface="Arial" panose="020B0604020202020204" pitchFamily="34" charset="0"/>
              <a:buNone/>
            </a:pPr>
            <a:r>
              <a:rPr lang="en-US" b="1">
                <a:latin typeface="Calibri"/>
                <a:ea typeface="Calibri"/>
                <a:cs typeface="Calibri"/>
              </a:rPr>
              <a:t>Strategic Automation Insights</a:t>
            </a:r>
          </a:p>
          <a:p>
            <a:pPr marL="0" lvl="1" indent="0">
              <a:buFont typeface="Arial" panose="020B0604020202020204" pitchFamily="34" charset="0"/>
              <a:buNone/>
            </a:pPr>
            <a:r>
              <a:rPr>
                <a:latin typeface="Calibri"/>
                <a:ea typeface="Calibri"/>
                <a:cs typeface="Calibri"/>
              </a:rPr>
              <a:t>Insights from decomposition emphasize healthcare's strategic role in automation and planning for future gains.</a:t>
            </a:r>
            <a:endParaRPr lang="en-US">
              <a:latin typeface="Calibri"/>
              <a:ea typeface="Calibri"/>
              <a:cs typeface="Calibri"/>
            </a:endParaRPr>
          </a:p>
          <a:p>
            <a:pPr marL="0" indent="0">
              <a:spcBef>
                <a:spcPts val="2500"/>
              </a:spcBef>
              <a:buFont typeface="Arial" panose="020B0604020202020204" pitchFamily="34" charset="0"/>
              <a:buNone/>
            </a:pPr>
            <a:r>
              <a:rPr lang="en-US" b="1">
                <a:latin typeface="Calibri"/>
                <a:ea typeface="Calibri"/>
                <a:cs typeface="Calibri"/>
              </a:rPr>
              <a:t>Dimensional Metric Breakdown</a:t>
            </a:r>
          </a:p>
          <a:p>
            <a:pPr marL="0" lvl="1" indent="0">
              <a:buFont typeface="Arial" panose="020B0604020202020204" pitchFamily="34" charset="0"/>
              <a:buNone/>
            </a:pPr>
            <a:r>
              <a:rPr>
                <a:latin typeface="Calibri"/>
                <a:ea typeface="Calibri"/>
                <a:cs typeface="Calibri"/>
              </a:rPr>
              <a:t>Breaking down metrics by industry, year, and other dimensions helps identify successes and improvement opportunities.</a:t>
            </a:r>
            <a:endParaRPr lang="en-US">
              <a:latin typeface="Calibri"/>
              <a:ea typeface="Calibri"/>
              <a:cs typeface="Calibri"/>
            </a:endParaRPr>
          </a:p>
        </p:txBody>
      </p:sp>
      <p:pic>
        <p:nvPicPr>
          <p:cNvPr id="5" name="Content Placeholder 4" descr="A screenshot of a graph&#10;&#10;AI-generated content may be incorrect.">
            <a:extLst>
              <a:ext uri="{FF2B5EF4-FFF2-40B4-BE49-F238E27FC236}">
                <a16:creationId xmlns:a16="http://schemas.microsoft.com/office/drawing/2014/main" id="{494A848F-65BF-48F3-B8D1-FD03510FF188}"/>
              </a:ext>
            </a:extLst>
          </p:cNvPr>
          <p:cNvPicPr>
            <a:picLocks noGrp="1" noChangeAspect="1"/>
          </p:cNvPicPr>
          <p:nvPr>
            <p:ph type="pic" sz="quarter" idx="13"/>
          </p:nvPr>
        </p:nvPicPr>
        <p:blipFill>
          <a:blip r:embed="rId3"/>
          <a:srcRect l="32590" t="3911" r="33560" b="-340"/>
          <a:stretch>
            <a:fillRect/>
          </a:stretch>
        </p:blipFill>
        <p:spPr>
          <a:xfrm>
            <a:off x="7970780" y="11"/>
            <a:ext cx="4219360" cy="6880046"/>
          </a:xfrm>
          <a:prstGeom prst="rect">
            <a:avLst/>
          </a:prstGeom>
          <a:noFill/>
        </p:spPr>
      </p:pic>
    </p:spTree>
    <p:extLst>
      <p:ext uri="{BB962C8B-B14F-4D97-AF65-F5344CB8AC3E}">
        <p14:creationId xmlns:p14="http://schemas.microsoft.com/office/powerpoint/2010/main" val="31681174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47BF4-DD33-A88D-8590-827C714C2373}"/>
              </a:ext>
            </a:extLst>
          </p:cNvPr>
          <p:cNvSpPr>
            <a:spLocks noGrp="1"/>
          </p:cNvSpPr>
          <p:nvPr>
            <p:ph type="title"/>
          </p:nvPr>
        </p:nvSpPr>
        <p:spPr>
          <a:xfrm>
            <a:off x="5191026" y="685807"/>
            <a:ext cx="6391374" cy="1372001"/>
          </a:xfrm>
        </p:spPr>
        <p:txBody>
          <a:bodyPr anchor="b">
            <a:normAutofit/>
          </a:bodyPr>
          <a:lstStyle/>
          <a:p>
            <a:r>
              <a:rPr lang="en-US"/>
              <a:t>Pros &amp; Cons</a:t>
            </a:r>
          </a:p>
        </p:txBody>
      </p:sp>
      <p:pic>
        <p:nvPicPr>
          <p:cNvPr id="5" name="Content Placeholder 4" descr="A robot working on a computer&#10;&#10;AI-generated content may be incorrect.">
            <a:extLst>
              <a:ext uri="{FF2B5EF4-FFF2-40B4-BE49-F238E27FC236}">
                <a16:creationId xmlns:a16="http://schemas.microsoft.com/office/drawing/2014/main" id="{B427D292-D219-4B15-8160-A87C67133933}"/>
              </a:ext>
            </a:extLst>
          </p:cNvPr>
          <p:cNvPicPr>
            <a:picLocks noGrp="1" noChangeAspect="1"/>
          </p:cNvPicPr>
          <p:nvPr>
            <p:ph type="pic" sz="quarter" idx="13"/>
          </p:nvPr>
        </p:nvPicPr>
        <p:blipFill>
          <a:blip r:embed="rId3"/>
          <a:srcRect l="6669"/>
          <a:stretch>
            <a:fillRect/>
          </a:stretch>
        </p:blipFill>
        <p:spPr>
          <a:xfrm>
            <a:off x="20" y="1"/>
            <a:ext cx="4560434" cy="6858000"/>
          </a:xfrm>
          <a:prstGeom prst="rect">
            <a:avLst/>
          </a:prstGeom>
          <a:noFill/>
        </p:spPr>
      </p:pic>
      <p:sp>
        <p:nvSpPr>
          <p:cNvPr id="4" name="Content Placeholder 3">
            <a:extLst>
              <a:ext uri="{FF2B5EF4-FFF2-40B4-BE49-F238E27FC236}">
                <a16:creationId xmlns:a16="http://schemas.microsoft.com/office/drawing/2014/main" id="{7BD7D471-5E48-E9ED-ED7B-BED6111F4E1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80729" y="2743204"/>
            <a:ext cx="6395573" cy="3428989"/>
          </a:xfrm>
        </p:spPr>
        <p:txBody>
          <a:bodyPr>
            <a:normAutofit/>
          </a:bodyPr>
          <a:lstStyle/>
          <a:p>
            <a:pPr marL="0" indent="0">
              <a:lnSpc>
                <a:spcPct val="90000"/>
              </a:lnSpc>
              <a:spcBef>
                <a:spcPts val="2500"/>
              </a:spcBef>
              <a:buFont typeface="Arial" panose="020B0604020202020204" pitchFamily="34" charset="0"/>
              <a:buNone/>
            </a:pPr>
            <a:r>
              <a:rPr lang="en-US" sz="1200" b="1"/>
              <a:t>Productivity Gains and Cost Savings</a:t>
            </a:r>
          </a:p>
          <a:p>
            <a:pPr marL="0" lvl="1" indent="0">
              <a:lnSpc>
                <a:spcPct val="90000"/>
              </a:lnSpc>
              <a:buFont typeface="Arial" panose="020B0604020202020204" pitchFamily="34" charset="0"/>
              <a:buNone/>
            </a:pPr>
            <a:r>
              <a:rPr lang="en-US" sz="1200"/>
              <a:t>Robotics adoption leads to significant productivity improvements and long-term cost savings through efficient automation.</a:t>
            </a:r>
          </a:p>
          <a:p>
            <a:pPr marL="0" indent="0">
              <a:lnSpc>
                <a:spcPct val="90000"/>
              </a:lnSpc>
              <a:spcBef>
                <a:spcPts val="2500"/>
              </a:spcBef>
              <a:buFont typeface="Arial" panose="020B0604020202020204" pitchFamily="34" charset="0"/>
              <a:buNone/>
            </a:pPr>
            <a:r>
              <a:rPr lang="en-US" sz="1200" b="1"/>
              <a:t>Workforce Training and Mitigation</a:t>
            </a:r>
          </a:p>
          <a:p>
            <a:pPr marL="0" lvl="1" indent="0">
              <a:lnSpc>
                <a:spcPct val="90000"/>
              </a:lnSpc>
              <a:buFont typeface="Arial" panose="020B0604020202020204" pitchFamily="34" charset="0"/>
              <a:buNone/>
            </a:pPr>
            <a:r>
              <a:rPr lang="en-US" sz="1200"/>
              <a:t>Effective training investments help mitigate workforce disruption and ease transitions during robotics adoption.</a:t>
            </a:r>
          </a:p>
          <a:p>
            <a:pPr marL="0" indent="0">
              <a:lnSpc>
                <a:spcPct val="90000"/>
              </a:lnSpc>
              <a:spcBef>
                <a:spcPts val="2500"/>
              </a:spcBef>
              <a:buFont typeface="Arial" panose="020B0604020202020204" pitchFamily="34" charset="0"/>
              <a:buNone/>
            </a:pPr>
            <a:r>
              <a:rPr lang="en-US" sz="1200" b="1"/>
              <a:t>Job Displacement and Costs</a:t>
            </a:r>
          </a:p>
          <a:p>
            <a:pPr marL="0" lvl="1" indent="0">
              <a:lnSpc>
                <a:spcPct val="90000"/>
              </a:lnSpc>
              <a:buFont typeface="Arial" panose="020B0604020202020204" pitchFamily="34" charset="0"/>
              <a:buNone/>
            </a:pPr>
            <a:r>
              <a:rPr lang="en-US" sz="1200"/>
              <a:t>Initial high adoption costs and job displacement challenges impact short-term savings and workforce stability.</a:t>
            </a:r>
          </a:p>
          <a:p>
            <a:pPr marL="0" indent="0">
              <a:lnSpc>
                <a:spcPct val="90000"/>
              </a:lnSpc>
              <a:spcBef>
                <a:spcPts val="2500"/>
              </a:spcBef>
              <a:buFont typeface="Arial" panose="020B0604020202020204" pitchFamily="34" charset="0"/>
              <a:buNone/>
            </a:pPr>
            <a:r>
              <a:rPr lang="en-US" sz="1200" b="1"/>
              <a:t>Uneven Adoption Challenges</a:t>
            </a:r>
          </a:p>
          <a:p>
            <a:pPr marL="0" lvl="1" indent="0">
              <a:lnSpc>
                <a:spcPct val="90000"/>
              </a:lnSpc>
              <a:buFont typeface="Arial" panose="020B0604020202020204" pitchFamily="34" charset="0"/>
              <a:buNone/>
            </a:pPr>
            <a:r>
              <a:rPr lang="en-US" sz="1200"/>
              <a:t>Varying adoption rates across industries create inequality that requires strategic and human-centric policies.</a:t>
            </a:r>
          </a:p>
        </p:txBody>
      </p:sp>
    </p:spTree>
    <p:extLst>
      <p:ext uri="{BB962C8B-B14F-4D97-AF65-F5344CB8AC3E}">
        <p14:creationId xmlns:p14="http://schemas.microsoft.com/office/powerpoint/2010/main" val="35518072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A5D90-1E10-3116-E8D3-E095FC98CD94}"/>
              </a:ext>
            </a:extLst>
          </p:cNvPr>
          <p:cNvSpPr>
            <a:spLocks noGrp="1"/>
          </p:cNvSpPr>
          <p:nvPr>
            <p:ph type="title"/>
          </p:nvPr>
        </p:nvSpPr>
        <p:spPr>
          <a:xfrm>
            <a:off x="4718303" y="685800"/>
            <a:ext cx="6858000" cy="1111532"/>
          </a:xfrm>
        </p:spPr>
        <p:txBody>
          <a:bodyPr anchor="b">
            <a:normAutofit/>
          </a:bodyPr>
          <a:lstStyle/>
          <a:p>
            <a:r>
              <a:rPr lang="en-US" sz="3800"/>
              <a:t>Recommendations &amp; Action Plan</a:t>
            </a:r>
          </a:p>
        </p:txBody>
      </p:sp>
      <p:pic>
        <p:nvPicPr>
          <p:cNvPr id="3" name="Picture 2" descr="Biomedical engineering robot in a lab">
            <a:extLst>
              <a:ext uri="{FF2B5EF4-FFF2-40B4-BE49-F238E27FC236}">
                <a16:creationId xmlns:a16="http://schemas.microsoft.com/office/drawing/2014/main" id="{FD888B44-9062-3E52-0E5D-DCCE525DCFC0}"/>
              </a:ext>
            </a:extLst>
          </p:cNvPr>
          <p:cNvPicPr>
            <a:picLocks noChangeAspect="1"/>
          </p:cNvPicPr>
          <p:nvPr/>
        </p:nvPicPr>
        <p:blipFill>
          <a:blip r:embed="rId3"/>
          <a:srcRect l="11495" r="21328"/>
          <a:stretch>
            <a:fillRect/>
          </a:stretch>
        </p:blipFill>
        <p:spPr>
          <a:xfrm>
            <a:off x="20" y="10"/>
            <a:ext cx="4100247" cy="6857990"/>
          </a:xfrm>
          <a:prstGeom prst="rect">
            <a:avLst/>
          </a:prstGeom>
          <a:noFill/>
        </p:spPr>
      </p:pic>
      <p:sp>
        <p:nvSpPr>
          <p:cNvPr id="4" name="Content Placeholder 3">
            <a:extLst>
              <a:ext uri="{FF2B5EF4-FFF2-40B4-BE49-F238E27FC236}">
                <a16:creationId xmlns:a16="http://schemas.microsoft.com/office/drawing/2014/main" id="{EACC4E69-C19B-CE6C-0C91-AEE5E542435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718303" y="1965960"/>
            <a:ext cx="6858000" cy="4200198"/>
          </a:xfrm>
        </p:spPr>
        <p:txBody>
          <a:bodyPr>
            <a:normAutofit/>
          </a:bodyPr>
          <a:lstStyle/>
          <a:p>
            <a:pPr marL="0" indent="0">
              <a:spcBef>
                <a:spcPts val="2500"/>
              </a:spcBef>
              <a:buFont typeface="Arial" panose="020B0604020202020204" pitchFamily="34" charset="0"/>
              <a:buNone/>
            </a:pPr>
            <a:r>
              <a:rPr lang="en-US" b="1"/>
              <a:t>Increase Training Programs</a:t>
            </a:r>
          </a:p>
          <a:p>
            <a:pPr marL="0" lvl="1" indent="0">
              <a:buFont typeface="Arial" panose="020B0604020202020204" pitchFamily="34" charset="0"/>
              <a:buNone/>
            </a:pPr>
            <a:r>
              <a:rPr lang="en-US"/>
              <a:t>Enhancing employee training reduces job displacement and prepares the workforce for robotics integration.</a:t>
            </a:r>
          </a:p>
          <a:p>
            <a:pPr marL="0" indent="0">
              <a:spcBef>
                <a:spcPts val="2500"/>
              </a:spcBef>
              <a:buFont typeface="Arial" panose="020B0604020202020204" pitchFamily="34" charset="0"/>
              <a:buNone/>
            </a:pPr>
            <a:r>
              <a:rPr lang="en-US" b="1"/>
              <a:t>Focus on Manufacturing</a:t>
            </a:r>
          </a:p>
          <a:p>
            <a:pPr marL="0" lvl="1" indent="0">
              <a:buFont typeface="Arial" panose="020B0604020202020204" pitchFamily="34" charset="0"/>
              <a:buNone/>
            </a:pPr>
            <a:r>
              <a:rPr lang="en-US"/>
              <a:t>Target manufacturing sectors for higher robotics adoption and improved cost efficiency in operations.</a:t>
            </a:r>
          </a:p>
          <a:p>
            <a:pPr marL="0" indent="0">
              <a:spcBef>
                <a:spcPts val="2500"/>
              </a:spcBef>
              <a:buFont typeface="Arial" panose="020B0604020202020204" pitchFamily="34" charset="0"/>
              <a:buNone/>
            </a:pPr>
            <a:r>
              <a:rPr lang="en-US" b="1"/>
              <a:t>Monitor Return on Investment</a:t>
            </a:r>
          </a:p>
          <a:p>
            <a:pPr marL="0" lvl="1" indent="0">
              <a:buFont typeface="Arial" panose="020B0604020202020204" pitchFamily="34" charset="0"/>
              <a:buNone/>
            </a:pPr>
            <a:r>
              <a:rPr lang="en-US"/>
              <a:t>Tracking ROI helps validate long-term benefits and informs strategic automation decisions.</a:t>
            </a:r>
          </a:p>
          <a:p>
            <a:pPr marL="0" indent="0">
              <a:spcBef>
                <a:spcPts val="2500"/>
              </a:spcBef>
              <a:buFont typeface="Arial" panose="020B0604020202020204" pitchFamily="34" charset="0"/>
              <a:buNone/>
            </a:pPr>
            <a:r>
              <a:rPr lang="en-US" b="1"/>
              <a:t>Adopt Phased Automation</a:t>
            </a:r>
          </a:p>
          <a:p>
            <a:pPr marL="0" lvl="1" indent="0">
              <a:buFont typeface="Arial" panose="020B0604020202020204" pitchFamily="34" charset="0"/>
              <a:buNone/>
            </a:pPr>
            <a:r>
              <a:rPr lang="en-US"/>
              <a:t>Implementing automation in phases balances technological progress with workforce stability.</a:t>
            </a:r>
          </a:p>
        </p:txBody>
      </p:sp>
    </p:spTree>
    <p:extLst>
      <p:ext uri="{BB962C8B-B14F-4D97-AF65-F5344CB8AC3E}">
        <p14:creationId xmlns:p14="http://schemas.microsoft.com/office/powerpoint/2010/main" val="32654023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Blockwork elegance">
  <a:themeElements>
    <a:clrScheme name="Blockwork Elegance- Copilot 1">
      <a:dk1>
        <a:srgbClr val="000000"/>
      </a:dk1>
      <a:lt1>
        <a:srgbClr val="FFFFFF"/>
      </a:lt1>
      <a:dk2>
        <a:srgbClr val="000102"/>
      </a:dk2>
      <a:lt2>
        <a:srgbClr val="F6F2E6"/>
      </a:lt2>
      <a:accent1>
        <a:srgbClr val="28436C"/>
      </a:accent1>
      <a:accent2>
        <a:srgbClr val="F3BC24"/>
      </a:accent2>
      <a:accent3>
        <a:srgbClr val="8E7B63"/>
      </a:accent3>
      <a:accent4>
        <a:srgbClr val="CC563B"/>
      </a:accent4>
      <a:accent5>
        <a:srgbClr val="A3452F"/>
      </a:accent5>
      <a:accent6>
        <a:srgbClr val="BB9D83"/>
      </a:accent6>
      <a:hlink>
        <a:srgbClr val="4E60DA"/>
      </a:hlink>
      <a:folHlink>
        <a:srgbClr val="4E6094"/>
      </a:folHlink>
    </a:clrScheme>
    <a:fontScheme name="Blockwork Elegance">
      <a:majorFont>
        <a:latin typeface="Bahnschrift SemiLight"/>
        <a:ea typeface=""/>
        <a:cs typeface=""/>
      </a:majorFont>
      <a:minorFont>
        <a:latin typeface="Bahnschrift Semi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work Elegance_Copilot Layouts_win32_KO_V11" id="{190D3195-6803-4DBD-A5E5-D3BB0A934856}" vid="{D3DF0ADA-3EA0-49DE-8FCB-DFEAAB5B3A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EA42C18-4C38-43BB-8CE3-C963EDA9CBBA}">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2.xml><?xml version="1.0" encoding="utf-8"?>
<ds:datastoreItem xmlns:ds="http://schemas.openxmlformats.org/officeDocument/2006/customXml" ds:itemID="{7DF10072-02C4-49CD-A62E-A2D45571E05B}">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DE0AE46-2EED-447A-8B24-DFD65B70D448}">
  <ds:schemaRefs>
    <ds:schemaRef ds:uri="http://schemas.microsoft.com/sharepoint/v3/contenttype/forms"/>
  </ds:schemaRefs>
</ds:datastoreItem>
</file>

<file path=docMetadata/LabelInfo.xml><?xml version="1.0" encoding="utf-8"?>
<clbl:labelList xmlns:clbl="http://schemas.microsoft.com/office/2020/mipLabelMetadata">
</clbl:labelList>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13</Slides>
  <Notes>11</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Blockwork elegance</vt:lpstr>
      <vt:lpstr>Robotics Adoption &amp; Industry Impact (2015–2023)</vt:lpstr>
      <vt:lpstr>Introduction &amp; Context</vt:lpstr>
      <vt:lpstr>Why This Analysis Matters</vt:lpstr>
      <vt:lpstr>Robots Adopted by Industry</vt:lpstr>
      <vt:lpstr>Training Hours by Industry</vt:lpstr>
      <vt:lpstr>Cost Savings by Year</vt:lpstr>
      <vt:lpstr>Industry Variations in Cost Savings &amp; Productivity Trends </vt:lpstr>
      <vt:lpstr>Industry Variations in Cost Savings &amp; Productivity Trends</vt:lpstr>
      <vt:lpstr>Jobs Displaced by Industry</vt:lpstr>
      <vt:lpstr>Decomposition Tree Analysis</vt:lpstr>
      <vt:lpstr>Decomposition Tree Analysis</vt:lpstr>
      <vt:lpstr>Pros &amp; Cons</vt:lpstr>
      <vt:lpstr>Recommendations &amp; Action Plan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33</cp:revision>
  <dcterms:created xsi:type="dcterms:W3CDTF">2025-08-04T03:17:32Z</dcterms:created>
  <dcterms:modified xsi:type="dcterms:W3CDTF">2025-11-21T10:45:08Z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